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70" r:id="rId4"/>
    <p:sldId id="266" r:id="rId5"/>
    <p:sldId id="260" r:id="rId6"/>
    <p:sldId id="267" r:id="rId7"/>
    <p:sldId id="275" r:id="rId8"/>
    <p:sldId id="268" r:id="rId9"/>
    <p:sldId id="264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CEA447-FCD5-462B-BBE0-6FBF3C8090AF}">
          <p14:sldIdLst>
            <p14:sldId id="256"/>
            <p14:sldId id="259"/>
          </p14:sldIdLst>
        </p14:section>
        <p14:section name="Bussines" id="{6DABF913-2701-4A0E-8A2D-AE6BCC2D2593}">
          <p14:sldIdLst>
            <p14:sldId id="270"/>
            <p14:sldId id="266"/>
          </p14:sldIdLst>
        </p14:section>
        <p14:section name="Technical" id="{8FA86048-DF68-41EE-A394-DCB2EF0AC438}">
          <p14:sldIdLst>
            <p14:sldId id="260"/>
            <p14:sldId id="267"/>
            <p14:sldId id="275"/>
            <p14:sldId id="268"/>
          </p14:sldIdLst>
        </p14:section>
        <p14:section name="Demo" id="{4CC3F5DB-FA66-4F46-A546-3D55DDC78B4E}">
          <p14:sldIdLst>
            <p14:sldId id="264"/>
          </p14:sldIdLst>
        </p14:section>
        <p14:section name="Thank you" id="{407BE786-068A-47A1-A189-33D9EB97770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E8E8E8"/>
    <a:srgbClr val="F2F2F2"/>
    <a:srgbClr val="21507E"/>
    <a:srgbClr val="CC3300"/>
    <a:srgbClr val="FF3300"/>
    <a:srgbClr val="FF0000"/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" dt="2026-10-18T06:41:55.807"/>
    <p1510:client id="{87435F37-E564-122D-FB54-1E255CBB163B}" v="6" dt="2026-10-17T12:45:46.683"/>
    <p1510:client id="{9B65A183-3A59-208B-32E4-4DC365035919}" v="32" dt="2026-10-18T06:08:26.690"/>
    <p1510:client id="{A6E87CD3-15E1-42C6-823C-59B3C0886699}" v="1881" dt="2026-10-18T09:30:10.836"/>
    <p1510:client id="{FE5AEA13-C105-4DDD-A5BB-CDBC6503DFD3}" v="1550" dt="2026-10-17T16:25:18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FE2F4A-4707-4A0B-9E7C-DA32F5901CDD}" type="doc">
      <dgm:prSet loTypeId="urn:microsoft.com/office/officeart/2005/8/layout/hProcess4" loCatId="process" qsTypeId="urn:microsoft.com/office/officeart/2005/8/quickstyle/simple1#6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F2C829A-F2F4-4FA2-902A-734FB2C89266}">
      <dgm:prSet phldrT="[Text]" phldr="0"/>
      <dgm:spPr/>
      <dgm:t>
        <a:bodyPr/>
        <a:lstStyle/>
        <a:p>
          <a:r>
            <a:rPr lang="en-US"/>
            <a:t>Customer Adress</a:t>
          </a:r>
        </a:p>
      </dgm:t>
    </dgm:pt>
    <dgm:pt modelId="{8FE3D315-D3FC-4354-96DC-9D1F01180251}" type="parTrans" cxnId="{2ECB17AB-17BA-4687-838B-A11947DCFC10}">
      <dgm:prSet/>
      <dgm:spPr/>
      <dgm:t>
        <a:bodyPr/>
        <a:lstStyle/>
        <a:p>
          <a:endParaRPr lang="en-US"/>
        </a:p>
      </dgm:t>
    </dgm:pt>
    <dgm:pt modelId="{B9B60381-4CB8-4728-BE6D-83A63A3DD4B2}" type="sibTrans" cxnId="{2ECB17AB-17BA-4687-838B-A11947DCFC10}">
      <dgm:prSet/>
      <dgm:spPr/>
      <dgm:t>
        <a:bodyPr/>
        <a:lstStyle/>
        <a:p>
          <a:endParaRPr lang="en-US"/>
        </a:p>
      </dgm:t>
    </dgm:pt>
    <dgm:pt modelId="{1A65FE49-8CC5-4531-8656-8DD0159D9B97}">
      <dgm:prSet phldrT="[Text]" phldr="0"/>
      <dgm:spPr/>
      <dgm:t>
        <a:bodyPr/>
        <a:lstStyle/>
        <a:p>
          <a:r>
            <a:rPr lang="en-US"/>
            <a:t>Selecting Category</a:t>
          </a:r>
        </a:p>
      </dgm:t>
    </dgm:pt>
    <dgm:pt modelId="{548FB052-9AE4-484B-ABFE-4FAF1637A59D}" type="parTrans" cxnId="{4D4C864F-45BB-4E57-9C48-45B77EF80FB3}">
      <dgm:prSet/>
      <dgm:spPr/>
      <dgm:t>
        <a:bodyPr/>
        <a:lstStyle/>
        <a:p>
          <a:endParaRPr lang="en-US"/>
        </a:p>
      </dgm:t>
    </dgm:pt>
    <dgm:pt modelId="{B2A4B620-44FD-470D-86E9-DFAAD2859F52}" type="sibTrans" cxnId="{4D4C864F-45BB-4E57-9C48-45B77EF80FB3}">
      <dgm:prSet/>
      <dgm:spPr/>
      <dgm:t>
        <a:bodyPr/>
        <a:lstStyle/>
        <a:p>
          <a:endParaRPr lang="en-US"/>
        </a:p>
      </dgm:t>
    </dgm:pt>
    <dgm:pt modelId="{CD88E8D3-3419-4FE0-974B-BABA10389773}">
      <dgm:prSet phldrT="[Text]" phldr="0"/>
      <dgm:spPr/>
      <dgm:t>
        <a:bodyPr/>
        <a:lstStyle/>
        <a:p>
          <a:r>
            <a:rPr lang="en-US"/>
            <a:t>Checkout</a:t>
          </a:r>
        </a:p>
      </dgm:t>
    </dgm:pt>
    <dgm:pt modelId="{E431170F-1E57-48EB-B234-10DA3B81F926}" type="parTrans" cxnId="{DA2ABE09-39FF-4C6B-BA7A-2B0F14308064}">
      <dgm:prSet/>
      <dgm:spPr/>
      <dgm:t>
        <a:bodyPr/>
        <a:lstStyle/>
        <a:p>
          <a:endParaRPr lang="en-US"/>
        </a:p>
      </dgm:t>
    </dgm:pt>
    <dgm:pt modelId="{2D86A32E-E933-43EE-9EAF-45C972E76D81}" type="sibTrans" cxnId="{DA2ABE09-39FF-4C6B-BA7A-2B0F14308064}">
      <dgm:prSet/>
      <dgm:spPr/>
      <dgm:t>
        <a:bodyPr/>
        <a:lstStyle/>
        <a:p>
          <a:endParaRPr lang="en-US"/>
        </a:p>
      </dgm:t>
    </dgm:pt>
    <dgm:pt modelId="{F065617D-53A0-4BED-A0FF-56A6920A3170}">
      <dgm:prSet phldrT="[Text]" phldr="0"/>
      <dgm:spPr/>
      <dgm:t>
        <a:bodyPr/>
        <a:lstStyle/>
        <a:p>
          <a:r>
            <a:rPr lang="en-US"/>
            <a:t>View Sellers</a:t>
          </a:r>
        </a:p>
      </dgm:t>
    </dgm:pt>
    <dgm:pt modelId="{026DA5CA-F31E-4C0A-B17F-2C3DFF66854C}" type="parTrans" cxnId="{4A8A3AF1-1F55-42FE-A9E3-D6ABBDC7E02C}">
      <dgm:prSet/>
      <dgm:spPr/>
      <dgm:t>
        <a:bodyPr/>
        <a:lstStyle/>
        <a:p>
          <a:endParaRPr lang="en-US"/>
        </a:p>
      </dgm:t>
    </dgm:pt>
    <dgm:pt modelId="{08BE0FD7-F5AF-498B-AFBE-C98A6C8DEBB5}" type="sibTrans" cxnId="{4A8A3AF1-1F55-42FE-A9E3-D6ABBDC7E02C}">
      <dgm:prSet/>
      <dgm:spPr/>
      <dgm:t>
        <a:bodyPr/>
        <a:lstStyle/>
        <a:p>
          <a:endParaRPr lang="en-US"/>
        </a:p>
      </dgm:t>
    </dgm:pt>
    <dgm:pt modelId="{CD3D6F3C-0D0C-427C-939E-3130BA7CE6DF}">
      <dgm:prSet custT="1"/>
      <dgm:spPr/>
      <dgm:t>
        <a:bodyPr/>
        <a:lstStyle/>
        <a:p>
          <a:r>
            <a:rPr lang="en-US" sz="2000"/>
            <a:t>State</a:t>
          </a:r>
        </a:p>
      </dgm:t>
    </dgm:pt>
    <dgm:pt modelId="{73A6967F-B7ED-4E5E-B0B2-382C811E86F1}" type="parTrans" cxnId="{4C3A7FB6-707D-41DE-B42C-678CADF0956B}">
      <dgm:prSet/>
      <dgm:spPr/>
      <dgm:t>
        <a:bodyPr/>
        <a:lstStyle/>
        <a:p>
          <a:endParaRPr lang="en-US"/>
        </a:p>
      </dgm:t>
    </dgm:pt>
    <dgm:pt modelId="{30838511-B29B-4445-B505-4DE67216DEEE}" type="sibTrans" cxnId="{4C3A7FB6-707D-41DE-B42C-678CADF0956B}">
      <dgm:prSet/>
      <dgm:spPr/>
      <dgm:t>
        <a:bodyPr/>
        <a:lstStyle/>
        <a:p>
          <a:endParaRPr lang="en-US"/>
        </a:p>
      </dgm:t>
    </dgm:pt>
    <dgm:pt modelId="{EAC8D0BC-A325-4CA6-87A0-B1F7A8A99ADB}">
      <dgm:prSet custT="1"/>
      <dgm:spPr/>
      <dgm:t>
        <a:bodyPr/>
        <a:lstStyle/>
        <a:p>
          <a:r>
            <a:rPr lang="en-US" sz="2000"/>
            <a:t>Zip code</a:t>
          </a:r>
        </a:p>
      </dgm:t>
    </dgm:pt>
    <dgm:pt modelId="{07155607-22AF-4190-B67D-AF788340CC05}" type="parTrans" cxnId="{49C7B697-B881-4A69-8BC8-1F16284BB96D}">
      <dgm:prSet/>
      <dgm:spPr/>
      <dgm:t>
        <a:bodyPr/>
        <a:lstStyle/>
        <a:p>
          <a:endParaRPr lang="en-US"/>
        </a:p>
      </dgm:t>
    </dgm:pt>
    <dgm:pt modelId="{AB9BF432-D216-4A9B-BBB6-474A3E504349}" type="sibTrans" cxnId="{49C7B697-B881-4A69-8BC8-1F16284BB96D}">
      <dgm:prSet/>
      <dgm:spPr/>
      <dgm:t>
        <a:bodyPr/>
        <a:lstStyle/>
        <a:p>
          <a:endParaRPr lang="en-US"/>
        </a:p>
      </dgm:t>
    </dgm:pt>
    <dgm:pt modelId="{C1AA2BBC-61E0-4671-AF1E-99133D709E2D}">
      <dgm:prSet custT="1"/>
      <dgm:spPr/>
      <dgm:t>
        <a:bodyPr/>
        <a:lstStyle/>
        <a:p>
          <a:r>
            <a:rPr lang="en-US" sz="2000"/>
            <a:t>Product category</a:t>
          </a:r>
        </a:p>
      </dgm:t>
    </dgm:pt>
    <dgm:pt modelId="{7D9F7A81-A8AA-463C-8A74-D465D0678E7F}" type="parTrans" cxnId="{522C6404-BD09-4632-B157-D6FCAFC7B99A}">
      <dgm:prSet/>
      <dgm:spPr/>
      <dgm:t>
        <a:bodyPr/>
        <a:lstStyle/>
        <a:p>
          <a:endParaRPr lang="en-US"/>
        </a:p>
      </dgm:t>
    </dgm:pt>
    <dgm:pt modelId="{E99144CE-1C34-4A72-9011-8F48B6F5FD3B}" type="sibTrans" cxnId="{522C6404-BD09-4632-B157-D6FCAFC7B99A}">
      <dgm:prSet/>
      <dgm:spPr/>
      <dgm:t>
        <a:bodyPr/>
        <a:lstStyle/>
        <a:p>
          <a:endParaRPr lang="en-US"/>
        </a:p>
      </dgm:t>
    </dgm:pt>
    <dgm:pt modelId="{47136407-0CFB-4CAD-964F-B0B376473DB6}">
      <dgm:prSet custT="1"/>
      <dgm:spPr/>
      <dgm:t>
        <a:bodyPr/>
        <a:lstStyle/>
        <a:p>
          <a:r>
            <a:rPr lang="en-US" sz="2000"/>
            <a:t>Quantity</a:t>
          </a:r>
        </a:p>
      </dgm:t>
    </dgm:pt>
    <dgm:pt modelId="{0EFF07FF-83B0-416B-B629-80CCF2B5BB0C}" type="parTrans" cxnId="{ABE20F19-DE06-4626-9847-33E203E65915}">
      <dgm:prSet/>
      <dgm:spPr/>
      <dgm:t>
        <a:bodyPr/>
        <a:lstStyle/>
        <a:p>
          <a:endParaRPr lang="en-US"/>
        </a:p>
      </dgm:t>
    </dgm:pt>
    <dgm:pt modelId="{00D0C36E-4F90-413B-814C-9551AA2F1FD2}" type="sibTrans" cxnId="{ABE20F19-DE06-4626-9847-33E203E65915}">
      <dgm:prSet/>
      <dgm:spPr/>
      <dgm:t>
        <a:bodyPr/>
        <a:lstStyle/>
        <a:p>
          <a:endParaRPr lang="en-US"/>
        </a:p>
      </dgm:t>
    </dgm:pt>
    <dgm:pt modelId="{2EDE82B3-5694-4142-9451-99C2CB006949}">
      <dgm:prSet custT="1"/>
      <dgm:spPr/>
      <dgm:t>
        <a:bodyPr/>
        <a:lstStyle/>
        <a:p>
          <a:r>
            <a:rPr lang="en-US" sz="1600"/>
            <a:t>Sellers</a:t>
          </a:r>
        </a:p>
      </dgm:t>
    </dgm:pt>
    <dgm:pt modelId="{B5A71E98-994D-4DAE-9E34-7070306FA170}" type="parTrans" cxnId="{288C2254-8FA4-4486-93B2-7CB8F36795A5}">
      <dgm:prSet/>
      <dgm:spPr/>
      <dgm:t>
        <a:bodyPr/>
        <a:lstStyle/>
        <a:p>
          <a:endParaRPr lang="en-US"/>
        </a:p>
      </dgm:t>
    </dgm:pt>
    <dgm:pt modelId="{B03F755E-F739-408A-B64D-F09CCD257369}" type="sibTrans" cxnId="{288C2254-8FA4-4486-93B2-7CB8F36795A5}">
      <dgm:prSet/>
      <dgm:spPr/>
      <dgm:t>
        <a:bodyPr/>
        <a:lstStyle/>
        <a:p>
          <a:endParaRPr lang="en-US"/>
        </a:p>
      </dgm:t>
    </dgm:pt>
    <dgm:pt modelId="{CA9570C1-5982-4B52-BDF8-4510BD851A85}">
      <dgm:prSet custT="1"/>
      <dgm:spPr/>
      <dgm:t>
        <a:bodyPr/>
        <a:lstStyle/>
        <a:p>
          <a:r>
            <a:rPr lang="en-US" sz="1600"/>
            <a:t>Prices</a:t>
          </a:r>
        </a:p>
      </dgm:t>
    </dgm:pt>
    <dgm:pt modelId="{B249401D-510D-4809-9AB4-9ACA1ED56916}" type="parTrans" cxnId="{4BDEA8D8-6FF1-430E-BCA2-F51056169501}">
      <dgm:prSet/>
      <dgm:spPr/>
      <dgm:t>
        <a:bodyPr/>
        <a:lstStyle/>
        <a:p>
          <a:endParaRPr lang="en-US"/>
        </a:p>
      </dgm:t>
    </dgm:pt>
    <dgm:pt modelId="{F5F17B3C-291E-48AB-8D9E-2D70EFE7A2EE}" type="sibTrans" cxnId="{4BDEA8D8-6FF1-430E-BCA2-F51056169501}">
      <dgm:prSet/>
      <dgm:spPr/>
      <dgm:t>
        <a:bodyPr/>
        <a:lstStyle/>
        <a:p>
          <a:endParaRPr lang="en-US"/>
        </a:p>
      </dgm:t>
    </dgm:pt>
    <dgm:pt modelId="{7B87697D-A5A6-49EF-B799-E6EEC2B214D6}">
      <dgm:prSet custT="1"/>
      <dgm:spPr/>
      <dgm:t>
        <a:bodyPr/>
        <a:lstStyle/>
        <a:p>
          <a:r>
            <a:rPr lang="en-US" sz="1600"/>
            <a:t>Estimated Delivery  </a:t>
          </a:r>
        </a:p>
      </dgm:t>
    </dgm:pt>
    <dgm:pt modelId="{6034CBAD-6426-4CD8-B810-831240B72868}" type="parTrans" cxnId="{9C79B96E-5CB3-4927-BC04-B0E4D5145082}">
      <dgm:prSet/>
      <dgm:spPr/>
      <dgm:t>
        <a:bodyPr/>
        <a:lstStyle/>
        <a:p>
          <a:endParaRPr lang="en-US"/>
        </a:p>
      </dgm:t>
    </dgm:pt>
    <dgm:pt modelId="{EB76D0F0-EE3B-418F-A941-175348DBFB42}" type="sibTrans" cxnId="{9C79B96E-5CB3-4927-BC04-B0E4D5145082}">
      <dgm:prSet/>
      <dgm:spPr/>
      <dgm:t>
        <a:bodyPr/>
        <a:lstStyle/>
        <a:p>
          <a:endParaRPr lang="en-US"/>
        </a:p>
      </dgm:t>
    </dgm:pt>
    <dgm:pt modelId="{9E93533D-2F28-47B4-B099-ACFC1D81F4F1}">
      <dgm:prSet custT="1"/>
      <dgm:spPr/>
      <dgm:t>
        <a:bodyPr/>
        <a:lstStyle/>
        <a:p>
          <a:r>
            <a:rPr lang="en-US" sz="1600"/>
            <a:t>Order details</a:t>
          </a:r>
        </a:p>
      </dgm:t>
    </dgm:pt>
    <dgm:pt modelId="{221D82F0-40A9-4C21-B30A-06003B778351}" type="parTrans" cxnId="{162FD1FF-BEF8-4D57-B3E2-B522A4379EC2}">
      <dgm:prSet/>
      <dgm:spPr/>
      <dgm:t>
        <a:bodyPr/>
        <a:lstStyle/>
        <a:p>
          <a:endParaRPr lang="en-US"/>
        </a:p>
      </dgm:t>
    </dgm:pt>
    <dgm:pt modelId="{C4CADA05-5213-4508-A96D-411BB992216E}" type="sibTrans" cxnId="{162FD1FF-BEF8-4D57-B3E2-B522A4379EC2}">
      <dgm:prSet/>
      <dgm:spPr/>
      <dgm:t>
        <a:bodyPr/>
        <a:lstStyle/>
        <a:p>
          <a:endParaRPr lang="en-US"/>
        </a:p>
      </dgm:t>
    </dgm:pt>
    <dgm:pt modelId="{886596E0-71FA-4A6B-85A6-E2CB29B4FB66}">
      <dgm:prSet custT="1"/>
      <dgm:spPr/>
      <dgm:t>
        <a:bodyPr/>
        <a:lstStyle/>
        <a:p>
          <a:r>
            <a:rPr lang="en-US" sz="1600"/>
            <a:t>Confirmation</a:t>
          </a:r>
        </a:p>
      </dgm:t>
    </dgm:pt>
    <dgm:pt modelId="{BAC57974-BBC0-4688-948F-454A119029FB}" type="parTrans" cxnId="{1541F936-4553-45D9-965E-978B3A9D2B06}">
      <dgm:prSet/>
      <dgm:spPr/>
      <dgm:t>
        <a:bodyPr/>
        <a:lstStyle/>
        <a:p>
          <a:endParaRPr lang="en-US"/>
        </a:p>
      </dgm:t>
    </dgm:pt>
    <dgm:pt modelId="{C31367D2-6A1D-4430-B6EB-17273688A8CF}" type="sibTrans" cxnId="{1541F936-4553-45D9-965E-978B3A9D2B06}">
      <dgm:prSet/>
      <dgm:spPr/>
      <dgm:t>
        <a:bodyPr/>
        <a:lstStyle/>
        <a:p>
          <a:endParaRPr lang="en-US"/>
        </a:p>
      </dgm:t>
    </dgm:pt>
    <dgm:pt modelId="{2886690E-9BD1-420E-8E28-CEDFF3D45CD6}" type="pres">
      <dgm:prSet presAssocID="{7FFE2F4A-4707-4A0B-9E7C-DA32F5901CDD}" presName="Name0" presStyleCnt="0">
        <dgm:presLayoutVars>
          <dgm:dir/>
          <dgm:animLvl val="lvl"/>
          <dgm:resizeHandles val="exact"/>
        </dgm:presLayoutVars>
      </dgm:prSet>
      <dgm:spPr/>
    </dgm:pt>
    <dgm:pt modelId="{CAEFF2AA-3471-4409-9D24-4FEF865B2071}" type="pres">
      <dgm:prSet presAssocID="{7FFE2F4A-4707-4A0B-9E7C-DA32F5901CDD}" presName="tSp" presStyleCnt="0"/>
      <dgm:spPr/>
    </dgm:pt>
    <dgm:pt modelId="{A8167112-54F0-4D4D-87DB-90A3E0EA574E}" type="pres">
      <dgm:prSet presAssocID="{7FFE2F4A-4707-4A0B-9E7C-DA32F5901CDD}" presName="bSp" presStyleCnt="0"/>
      <dgm:spPr/>
    </dgm:pt>
    <dgm:pt modelId="{CC6FF5FA-DEA8-4E69-9F04-DD1E36CFB5DA}" type="pres">
      <dgm:prSet presAssocID="{7FFE2F4A-4707-4A0B-9E7C-DA32F5901CDD}" presName="process" presStyleCnt="0"/>
      <dgm:spPr/>
    </dgm:pt>
    <dgm:pt modelId="{23CDE646-E11A-47EC-8477-C0349CCA3E4B}" type="pres">
      <dgm:prSet presAssocID="{2F2C829A-F2F4-4FA2-902A-734FB2C89266}" presName="composite1" presStyleCnt="0"/>
      <dgm:spPr/>
    </dgm:pt>
    <dgm:pt modelId="{7B6FD1FC-12A9-4735-9CCA-6EB7C089BB38}" type="pres">
      <dgm:prSet presAssocID="{2F2C829A-F2F4-4FA2-902A-734FB2C89266}" presName="dummyNode1" presStyleLbl="node1" presStyleIdx="0" presStyleCnt="4"/>
      <dgm:spPr/>
    </dgm:pt>
    <dgm:pt modelId="{E3C8CCE3-0B1D-48FC-9B8F-794A9B43A7F6}" type="pres">
      <dgm:prSet presAssocID="{2F2C829A-F2F4-4FA2-902A-734FB2C89266}" presName="childNode1" presStyleLbl="bgAcc1" presStyleIdx="0" presStyleCnt="4">
        <dgm:presLayoutVars>
          <dgm:bulletEnabled val="1"/>
        </dgm:presLayoutVars>
      </dgm:prSet>
      <dgm:spPr/>
    </dgm:pt>
    <dgm:pt modelId="{E86B2C04-6674-43E8-B6DE-0586DDFF8464}" type="pres">
      <dgm:prSet presAssocID="{2F2C829A-F2F4-4FA2-902A-734FB2C89266}" presName="childNode1tx" presStyleLbl="bgAcc1" presStyleIdx="0" presStyleCnt="4">
        <dgm:presLayoutVars>
          <dgm:bulletEnabled val="1"/>
        </dgm:presLayoutVars>
      </dgm:prSet>
      <dgm:spPr/>
    </dgm:pt>
    <dgm:pt modelId="{894710B0-11CB-464F-85FA-5B7F5FAF8499}" type="pres">
      <dgm:prSet presAssocID="{2F2C829A-F2F4-4FA2-902A-734FB2C89266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3FB17DC1-8C68-4553-9046-72170CF93E88}" type="pres">
      <dgm:prSet presAssocID="{2F2C829A-F2F4-4FA2-902A-734FB2C89266}" presName="connSite1" presStyleCnt="0"/>
      <dgm:spPr/>
    </dgm:pt>
    <dgm:pt modelId="{DE5ACFA7-3C04-4228-9EF1-BBDEB624C45E}" type="pres">
      <dgm:prSet presAssocID="{B9B60381-4CB8-4728-BE6D-83A63A3DD4B2}" presName="Name9" presStyleLbl="sibTrans2D1" presStyleIdx="0" presStyleCnt="3"/>
      <dgm:spPr/>
    </dgm:pt>
    <dgm:pt modelId="{EAE05967-3EAC-4753-9BBE-62F47EA07133}" type="pres">
      <dgm:prSet presAssocID="{1A65FE49-8CC5-4531-8656-8DD0159D9B97}" presName="composite2" presStyleCnt="0"/>
      <dgm:spPr/>
    </dgm:pt>
    <dgm:pt modelId="{CAE9547E-E1AA-4234-B91B-C00512F6FB8A}" type="pres">
      <dgm:prSet presAssocID="{1A65FE49-8CC5-4531-8656-8DD0159D9B97}" presName="dummyNode2" presStyleLbl="node1" presStyleIdx="0" presStyleCnt="4"/>
      <dgm:spPr/>
    </dgm:pt>
    <dgm:pt modelId="{65B0C1FF-190E-4F13-A7BE-F41531BE223C}" type="pres">
      <dgm:prSet presAssocID="{1A65FE49-8CC5-4531-8656-8DD0159D9B97}" presName="childNode2" presStyleLbl="bgAcc1" presStyleIdx="1" presStyleCnt="4">
        <dgm:presLayoutVars>
          <dgm:bulletEnabled val="1"/>
        </dgm:presLayoutVars>
      </dgm:prSet>
      <dgm:spPr/>
    </dgm:pt>
    <dgm:pt modelId="{7DFF2CDC-1849-4BD1-B4BF-0BDF47663012}" type="pres">
      <dgm:prSet presAssocID="{1A65FE49-8CC5-4531-8656-8DD0159D9B97}" presName="childNode2tx" presStyleLbl="bgAcc1" presStyleIdx="1" presStyleCnt="4">
        <dgm:presLayoutVars>
          <dgm:bulletEnabled val="1"/>
        </dgm:presLayoutVars>
      </dgm:prSet>
      <dgm:spPr/>
    </dgm:pt>
    <dgm:pt modelId="{168C67F9-6977-4E60-A60F-085F0A27D4EB}" type="pres">
      <dgm:prSet presAssocID="{1A65FE49-8CC5-4531-8656-8DD0159D9B97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55C3DE10-2800-4F3F-B6FF-EFD2ABE02BCE}" type="pres">
      <dgm:prSet presAssocID="{1A65FE49-8CC5-4531-8656-8DD0159D9B97}" presName="connSite2" presStyleCnt="0"/>
      <dgm:spPr/>
    </dgm:pt>
    <dgm:pt modelId="{6057F3EB-BDC4-4584-A701-B9040EAC7639}" type="pres">
      <dgm:prSet presAssocID="{B2A4B620-44FD-470D-86E9-DFAAD2859F52}" presName="Name18" presStyleLbl="sibTrans2D1" presStyleIdx="1" presStyleCnt="3"/>
      <dgm:spPr/>
    </dgm:pt>
    <dgm:pt modelId="{847E5F36-E3DB-4703-A478-72DDFE2DF834}" type="pres">
      <dgm:prSet presAssocID="{F065617D-53A0-4BED-A0FF-56A6920A3170}" presName="composite1" presStyleCnt="0"/>
      <dgm:spPr/>
    </dgm:pt>
    <dgm:pt modelId="{F74B0FBE-761B-461E-ABAD-21413166C782}" type="pres">
      <dgm:prSet presAssocID="{F065617D-53A0-4BED-A0FF-56A6920A3170}" presName="dummyNode1" presStyleLbl="node1" presStyleIdx="1" presStyleCnt="4"/>
      <dgm:spPr/>
    </dgm:pt>
    <dgm:pt modelId="{70BE153A-6A58-473C-9653-4CEB239D7DDD}" type="pres">
      <dgm:prSet presAssocID="{F065617D-53A0-4BED-A0FF-56A6920A3170}" presName="childNode1" presStyleLbl="bgAcc1" presStyleIdx="2" presStyleCnt="4">
        <dgm:presLayoutVars>
          <dgm:bulletEnabled val="1"/>
        </dgm:presLayoutVars>
      </dgm:prSet>
      <dgm:spPr/>
    </dgm:pt>
    <dgm:pt modelId="{45C43B99-68D5-4817-B76B-1159DF92F538}" type="pres">
      <dgm:prSet presAssocID="{F065617D-53A0-4BED-A0FF-56A6920A3170}" presName="childNode1tx" presStyleLbl="bgAcc1" presStyleIdx="2" presStyleCnt="4">
        <dgm:presLayoutVars>
          <dgm:bulletEnabled val="1"/>
        </dgm:presLayoutVars>
      </dgm:prSet>
      <dgm:spPr/>
    </dgm:pt>
    <dgm:pt modelId="{17EEB16A-87A9-44EF-B17B-726BF0528F8D}" type="pres">
      <dgm:prSet presAssocID="{F065617D-53A0-4BED-A0FF-56A6920A3170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825EBB6C-861D-4D2F-B64E-D5B2E79413F3}" type="pres">
      <dgm:prSet presAssocID="{F065617D-53A0-4BED-A0FF-56A6920A3170}" presName="connSite1" presStyleCnt="0"/>
      <dgm:spPr/>
    </dgm:pt>
    <dgm:pt modelId="{CF99764A-01D9-4E1B-A7A5-57B69F28E0A3}" type="pres">
      <dgm:prSet presAssocID="{08BE0FD7-F5AF-498B-AFBE-C98A6C8DEBB5}" presName="Name9" presStyleLbl="sibTrans2D1" presStyleIdx="2" presStyleCnt="3"/>
      <dgm:spPr/>
    </dgm:pt>
    <dgm:pt modelId="{89014B06-7EFD-4E2F-8124-2029FBB1E1AD}" type="pres">
      <dgm:prSet presAssocID="{CD88E8D3-3419-4FE0-974B-BABA10389773}" presName="composite2" presStyleCnt="0"/>
      <dgm:spPr/>
    </dgm:pt>
    <dgm:pt modelId="{83CCBC87-76AF-4530-BA1E-F0184B3DB29C}" type="pres">
      <dgm:prSet presAssocID="{CD88E8D3-3419-4FE0-974B-BABA10389773}" presName="dummyNode2" presStyleLbl="node1" presStyleIdx="2" presStyleCnt="4"/>
      <dgm:spPr/>
    </dgm:pt>
    <dgm:pt modelId="{F84E655B-5125-48CB-AA3E-D07D24B648B2}" type="pres">
      <dgm:prSet presAssocID="{CD88E8D3-3419-4FE0-974B-BABA10389773}" presName="childNode2" presStyleLbl="bgAcc1" presStyleIdx="3" presStyleCnt="4">
        <dgm:presLayoutVars>
          <dgm:bulletEnabled val="1"/>
        </dgm:presLayoutVars>
      </dgm:prSet>
      <dgm:spPr/>
    </dgm:pt>
    <dgm:pt modelId="{ABA0833B-AB8A-4453-9137-31B2A7177804}" type="pres">
      <dgm:prSet presAssocID="{CD88E8D3-3419-4FE0-974B-BABA10389773}" presName="childNode2tx" presStyleLbl="bgAcc1" presStyleIdx="3" presStyleCnt="4">
        <dgm:presLayoutVars>
          <dgm:bulletEnabled val="1"/>
        </dgm:presLayoutVars>
      </dgm:prSet>
      <dgm:spPr/>
    </dgm:pt>
    <dgm:pt modelId="{CBC4C039-D219-4DB6-9D0E-219DCE4909D5}" type="pres">
      <dgm:prSet presAssocID="{CD88E8D3-3419-4FE0-974B-BABA10389773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96B88B77-0BF9-4A42-9BBF-F73EE535FE2E}" type="pres">
      <dgm:prSet presAssocID="{CD88E8D3-3419-4FE0-974B-BABA10389773}" presName="connSite2" presStyleCnt="0"/>
      <dgm:spPr/>
    </dgm:pt>
  </dgm:ptLst>
  <dgm:cxnLst>
    <dgm:cxn modelId="{522C6404-BD09-4632-B157-D6FCAFC7B99A}" srcId="{1A65FE49-8CC5-4531-8656-8DD0159D9B97}" destId="{C1AA2BBC-61E0-4671-AF1E-99133D709E2D}" srcOrd="0" destOrd="0" parTransId="{7D9F7A81-A8AA-463C-8A74-D465D0678E7F}" sibTransId="{E99144CE-1C34-4A72-9011-8F48B6F5FD3B}"/>
    <dgm:cxn modelId="{DA2ABE09-39FF-4C6B-BA7A-2B0F14308064}" srcId="{7FFE2F4A-4707-4A0B-9E7C-DA32F5901CDD}" destId="{CD88E8D3-3419-4FE0-974B-BABA10389773}" srcOrd="3" destOrd="0" parTransId="{E431170F-1E57-48EB-B234-10DA3B81F926}" sibTransId="{2D86A32E-E933-43EE-9EAF-45C972E76D81}"/>
    <dgm:cxn modelId="{8E77500F-BEE8-49A5-B06C-B5F4EED9EF12}" type="presOf" srcId="{9E93533D-2F28-47B4-B099-ACFC1D81F4F1}" destId="{ABA0833B-AB8A-4453-9137-31B2A7177804}" srcOrd="1" destOrd="0" presId="urn:microsoft.com/office/officeart/2005/8/layout/hProcess4"/>
    <dgm:cxn modelId="{B3AC7310-6558-4FE9-ADE9-B3235A068509}" type="presOf" srcId="{886596E0-71FA-4A6B-85A6-E2CB29B4FB66}" destId="{ABA0833B-AB8A-4453-9137-31B2A7177804}" srcOrd="1" destOrd="1" presId="urn:microsoft.com/office/officeart/2005/8/layout/hProcess4"/>
    <dgm:cxn modelId="{ABE20F19-DE06-4626-9847-33E203E65915}" srcId="{1A65FE49-8CC5-4531-8656-8DD0159D9B97}" destId="{47136407-0CFB-4CAD-964F-B0B376473DB6}" srcOrd="1" destOrd="0" parTransId="{0EFF07FF-83B0-416B-B629-80CCF2B5BB0C}" sibTransId="{00D0C36E-4F90-413B-814C-9551AA2F1FD2}"/>
    <dgm:cxn modelId="{FA305D1B-385D-4A26-AA30-1E71FA7DE1AF}" type="presOf" srcId="{47136407-0CFB-4CAD-964F-B0B376473DB6}" destId="{7DFF2CDC-1849-4BD1-B4BF-0BDF47663012}" srcOrd="1" destOrd="1" presId="urn:microsoft.com/office/officeart/2005/8/layout/hProcess4"/>
    <dgm:cxn modelId="{2BBE9724-46A2-4F3B-8192-16F12EFDA33B}" type="presOf" srcId="{47136407-0CFB-4CAD-964F-B0B376473DB6}" destId="{65B0C1FF-190E-4F13-A7BE-F41531BE223C}" srcOrd="0" destOrd="1" presId="urn:microsoft.com/office/officeart/2005/8/layout/hProcess4"/>
    <dgm:cxn modelId="{1541F936-4553-45D9-965E-978B3A9D2B06}" srcId="{CD88E8D3-3419-4FE0-974B-BABA10389773}" destId="{886596E0-71FA-4A6B-85A6-E2CB29B4FB66}" srcOrd="1" destOrd="0" parTransId="{BAC57974-BBC0-4688-948F-454A119029FB}" sibTransId="{C31367D2-6A1D-4430-B6EB-17273688A8CF}"/>
    <dgm:cxn modelId="{E7F85638-27B0-4B52-AEFB-87545F88A4F5}" type="presOf" srcId="{886596E0-71FA-4A6B-85A6-E2CB29B4FB66}" destId="{F84E655B-5125-48CB-AA3E-D07D24B648B2}" srcOrd="0" destOrd="1" presId="urn:microsoft.com/office/officeart/2005/8/layout/hProcess4"/>
    <dgm:cxn modelId="{FB1E1939-4D22-4436-A348-80B6AF3BA8E6}" type="presOf" srcId="{CD88E8D3-3419-4FE0-974B-BABA10389773}" destId="{CBC4C039-D219-4DB6-9D0E-219DCE4909D5}" srcOrd="0" destOrd="0" presId="urn:microsoft.com/office/officeart/2005/8/layout/hProcess4"/>
    <dgm:cxn modelId="{5625DD62-5757-4D43-A27D-EC0C8AE939EC}" type="presOf" srcId="{2F2C829A-F2F4-4FA2-902A-734FB2C89266}" destId="{894710B0-11CB-464F-85FA-5B7F5FAF8499}" srcOrd="0" destOrd="0" presId="urn:microsoft.com/office/officeart/2005/8/layout/hProcess4"/>
    <dgm:cxn modelId="{607E9A43-98C9-42EC-993E-010B341C667F}" type="presOf" srcId="{2EDE82B3-5694-4142-9451-99C2CB006949}" destId="{70BE153A-6A58-473C-9653-4CEB239D7DDD}" srcOrd="0" destOrd="0" presId="urn:microsoft.com/office/officeart/2005/8/layout/hProcess4"/>
    <dgm:cxn modelId="{F28E804B-10FB-496F-AA92-2AE368108ADD}" type="presOf" srcId="{CA9570C1-5982-4B52-BDF8-4510BD851A85}" destId="{70BE153A-6A58-473C-9653-4CEB239D7DDD}" srcOrd="0" destOrd="1" presId="urn:microsoft.com/office/officeart/2005/8/layout/hProcess4"/>
    <dgm:cxn modelId="{0C60624C-A4B9-4C5A-95C6-2BED42E73D62}" type="presOf" srcId="{7B87697D-A5A6-49EF-B799-E6EEC2B214D6}" destId="{70BE153A-6A58-473C-9653-4CEB239D7DDD}" srcOrd="0" destOrd="2" presId="urn:microsoft.com/office/officeart/2005/8/layout/hProcess4"/>
    <dgm:cxn modelId="{9C79B96E-5CB3-4927-BC04-B0E4D5145082}" srcId="{F065617D-53A0-4BED-A0FF-56A6920A3170}" destId="{7B87697D-A5A6-49EF-B799-E6EEC2B214D6}" srcOrd="2" destOrd="0" parTransId="{6034CBAD-6426-4CD8-B810-831240B72868}" sibTransId="{EB76D0F0-EE3B-418F-A941-175348DBFB42}"/>
    <dgm:cxn modelId="{ECFC1A6F-62EF-41FF-8B39-B580CE55E179}" type="presOf" srcId="{7FFE2F4A-4707-4A0B-9E7C-DA32F5901CDD}" destId="{2886690E-9BD1-420E-8E28-CEDFF3D45CD6}" srcOrd="0" destOrd="0" presId="urn:microsoft.com/office/officeart/2005/8/layout/hProcess4"/>
    <dgm:cxn modelId="{4D4C864F-45BB-4E57-9C48-45B77EF80FB3}" srcId="{7FFE2F4A-4707-4A0B-9E7C-DA32F5901CDD}" destId="{1A65FE49-8CC5-4531-8656-8DD0159D9B97}" srcOrd="1" destOrd="0" parTransId="{548FB052-9AE4-484B-ABFE-4FAF1637A59D}" sibTransId="{B2A4B620-44FD-470D-86E9-DFAAD2859F52}"/>
    <dgm:cxn modelId="{AA46F372-3304-449F-9D58-41E83B63E61A}" type="presOf" srcId="{CA9570C1-5982-4B52-BDF8-4510BD851A85}" destId="{45C43B99-68D5-4817-B76B-1159DF92F538}" srcOrd="1" destOrd="1" presId="urn:microsoft.com/office/officeart/2005/8/layout/hProcess4"/>
    <dgm:cxn modelId="{288C2254-8FA4-4486-93B2-7CB8F36795A5}" srcId="{F065617D-53A0-4BED-A0FF-56A6920A3170}" destId="{2EDE82B3-5694-4142-9451-99C2CB006949}" srcOrd="0" destOrd="0" parTransId="{B5A71E98-994D-4DAE-9E34-7070306FA170}" sibTransId="{B03F755E-F739-408A-B64D-F09CCD257369}"/>
    <dgm:cxn modelId="{197A3F55-37E8-4A6B-883B-1248B2F14859}" type="presOf" srcId="{1A65FE49-8CC5-4531-8656-8DD0159D9B97}" destId="{168C67F9-6977-4E60-A60F-085F0A27D4EB}" srcOrd="0" destOrd="0" presId="urn:microsoft.com/office/officeart/2005/8/layout/hProcess4"/>
    <dgm:cxn modelId="{A5D8CE89-2B48-46EE-AAE2-3BE30A4DC17D}" type="presOf" srcId="{EAC8D0BC-A325-4CA6-87A0-B1F7A8A99ADB}" destId="{E86B2C04-6674-43E8-B6DE-0586DDFF8464}" srcOrd="1" destOrd="1" presId="urn:microsoft.com/office/officeart/2005/8/layout/hProcess4"/>
    <dgm:cxn modelId="{540A578C-ED25-43E5-A0A8-6DEAC8573AFE}" type="presOf" srcId="{B9B60381-4CB8-4728-BE6D-83A63A3DD4B2}" destId="{DE5ACFA7-3C04-4228-9EF1-BBDEB624C45E}" srcOrd="0" destOrd="0" presId="urn:microsoft.com/office/officeart/2005/8/layout/hProcess4"/>
    <dgm:cxn modelId="{CACE3390-1D4C-4D6E-8EA7-D59899306231}" type="presOf" srcId="{C1AA2BBC-61E0-4671-AF1E-99133D709E2D}" destId="{65B0C1FF-190E-4F13-A7BE-F41531BE223C}" srcOrd="0" destOrd="0" presId="urn:microsoft.com/office/officeart/2005/8/layout/hProcess4"/>
    <dgm:cxn modelId="{49C7B697-B881-4A69-8BC8-1F16284BB96D}" srcId="{2F2C829A-F2F4-4FA2-902A-734FB2C89266}" destId="{EAC8D0BC-A325-4CA6-87A0-B1F7A8A99ADB}" srcOrd="1" destOrd="0" parTransId="{07155607-22AF-4190-B67D-AF788340CC05}" sibTransId="{AB9BF432-D216-4A9B-BBB6-474A3E504349}"/>
    <dgm:cxn modelId="{2B8A059F-44CC-4390-B17A-FA1FCEF939FB}" type="presOf" srcId="{CD3D6F3C-0D0C-427C-939E-3130BA7CE6DF}" destId="{E3C8CCE3-0B1D-48FC-9B8F-794A9B43A7F6}" srcOrd="0" destOrd="0" presId="urn:microsoft.com/office/officeart/2005/8/layout/hProcess4"/>
    <dgm:cxn modelId="{C8F067A1-8656-45BC-89E6-2644C3D5CD7D}" type="presOf" srcId="{2EDE82B3-5694-4142-9451-99C2CB006949}" destId="{45C43B99-68D5-4817-B76B-1159DF92F538}" srcOrd="1" destOrd="0" presId="urn:microsoft.com/office/officeart/2005/8/layout/hProcess4"/>
    <dgm:cxn modelId="{650956A5-478D-4AEC-92FD-16BD340A1A83}" type="presOf" srcId="{C1AA2BBC-61E0-4671-AF1E-99133D709E2D}" destId="{7DFF2CDC-1849-4BD1-B4BF-0BDF47663012}" srcOrd="1" destOrd="0" presId="urn:microsoft.com/office/officeart/2005/8/layout/hProcess4"/>
    <dgm:cxn modelId="{2ECB17AB-17BA-4687-838B-A11947DCFC10}" srcId="{7FFE2F4A-4707-4A0B-9E7C-DA32F5901CDD}" destId="{2F2C829A-F2F4-4FA2-902A-734FB2C89266}" srcOrd="0" destOrd="0" parTransId="{8FE3D315-D3FC-4354-96DC-9D1F01180251}" sibTransId="{B9B60381-4CB8-4728-BE6D-83A63A3DD4B2}"/>
    <dgm:cxn modelId="{4C3A7FB6-707D-41DE-B42C-678CADF0956B}" srcId="{2F2C829A-F2F4-4FA2-902A-734FB2C89266}" destId="{CD3D6F3C-0D0C-427C-939E-3130BA7CE6DF}" srcOrd="0" destOrd="0" parTransId="{73A6967F-B7ED-4E5E-B0B2-382C811E86F1}" sibTransId="{30838511-B29B-4445-B505-4DE67216DEEE}"/>
    <dgm:cxn modelId="{3D4C00CC-7D0B-4A01-A2FE-6FCE049A3388}" type="presOf" srcId="{7B87697D-A5A6-49EF-B799-E6EEC2B214D6}" destId="{45C43B99-68D5-4817-B76B-1159DF92F538}" srcOrd="1" destOrd="2" presId="urn:microsoft.com/office/officeart/2005/8/layout/hProcess4"/>
    <dgm:cxn modelId="{240E14CD-497C-4F6B-BE40-9DF0BE096267}" type="presOf" srcId="{08BE0FD7-F5AF-498B-AFBE-C98A6C8DEBB5}" destId="{CF99764A-01D9-4E1B-A7A5-57B69F28E0A3}" srcOrd="0" destOrd="0" presId="urn:microsoft.com/office/officeart/2005/8/layout/hProcess4"/>
    <dgm:cxn modelId="{4BDEA8D8-6FF1-430E-BCA2-F51056169501}" srcId="{F065617D-53A0-4BED-A0FF-56A6920A3170}" destId="{CA9570C1-5982-4B52-BDF8-4510BD851A85}" srcOrd="1" destOrd="0" parTransId="{B249401D-510D-4809-9AB4-9ACA1ED56916}" sibTransId="{F5F17B3C-291E-48AB-8D9E-2D70EFE7A2EE}"/>
    <dgm:cxn modelId="{C64F85E8-260A-4820-8F29-4D1B3F75CD9D}" type="presOf" srcId="{9E93533D-2F28-47B4-B099-ACFC1D81F4F1}" destId="{F84E655B-5125-48CB-AA3E-D07D24B648B2}" srcOrd="0" destOrd="0" presId="urn:microsoft.com/office/officeart/2005/8/layout/hProcess4"/>
    <dgm:cxn modelId="{4C336AEA-CFEF-4B84-BAD9-559FB09B5AD1}" type="presOf" srcId="{CD3D6F3C-0D0C-427C-939E-3130BA7CE6DF}" destId="{E86B2C04-6674-43E8-B6DE-0586DDFF8464}" srcOrd="1" destOrd="0" presId="urn:microsoft.com/office/officeart/2005/8/layout/hProcess4"/>
    <dgm:cxn modelId="{CE24CFF0-039E-4522-AD07-109A0F070D1B}" type="presOf" srcId="{EAC8D0BC-A325-4CA6-87A0-B1F7A8A99ADB}" destId="{E3C8CCE3-0B1D-48FC-9B8F-794A9B43A7F6}" srcOrd="0" destOrd="1" presId="urn:microsoft.com/office/officeart/2005/8/layout/hProcess4"/>
    <dgm:cxn modelId="{4A8A3AF1-1F55-42FE-A9E3-D6ABBDC7E02C}" srcId="{7FFE2F4A-4707-4A0B-9E7C-DA32F5901CDD}" destId="{F065617D-53A0-4BED-A0FF-56A6920A3170}" srcOrd="2" destOrd="0" parTransId="{026DA5CA-F31E-4C0A-B17F-2C3DFF66854C}" sibTransId="{08BE0FD7-F5AF-498B-AFBE-C98A6C8DEBB5}"/>
    <dgm:cxn modelId="{79D1EEF1-50C7-49BE-85A7-DE25F926E9EA}" type="presOf" srcId="{B2A4B620-44FD-470D-86E9-DFAAD2859F52}" destId="{6057F3EB-BDC4-4584-A701-B9040EAC7639}" srcOrd="0" destOrd="0" presId="urn:microsoft.com/office/officeart/2005/8/layout/hProcess4"/>
    <dgm:cxn modelId="{CC6D18F7-F65F-4C7A-A11E-3493FE229532}" type="presOf" srcId="{F065617D-53A0-4BED-A0FF-56A6920A3170}" destId="{17EEB16A-87A9-44EF-B17B-726BF0528F8D}" srcOrd="0" destOrd="0" presId="urn:microsoft.com/office/officeart/2005/8/layout/hProcess4"/>
    <dgm:cxn modelId="{162FD1FF-BEF8-4D57-B3E2-B522A4379EC2}" srcId="{CD88E8D3-3419-4FE0-974B-BABA10389773}" destId="{9E93533D-2F28-47B4-B099-ACFC1D81F4F1}" srcOrd="0" destOrd="0" parTransId="{221D82F0-40A9-4C21-B30A-06003B778351}" sibTransId="{C4CADA05-5213-4508-A96D-411BB992216E}"/>
    <dgm:cxn modelId="{ADAF77B9-541F-44A5-8D89-6A38425F4E02}" type="presParOf" srcId="{2886690E-9BD1-420E-8E28-CEDFF3D45CD6}" destId="{CAEFF2AA-3471-4409-9D24-4FEF865B2071}" srcOrd="0" destOrd="0" presId="urn:microsoft.com/office/officeart/2005/8/layout/hProcess4"/>
    <dgm:cxn modelId="{B087C6B6-FC2C-4D8A-BED0-2BDDB7DEA895}" type="presParOf" srcId="{2886690E-9BD1-420E-8E28-CEDFF3D45CD6}" destId="{A8167112-54F0-4D4D-87DB-90A3E0EA574E}" srcOrd="1" destOrd="0" presId="urn:microsoft.com/office/officeart/2005/8/layout/hProcess4"/>
    <dgm:cxn modelId="{DB47D0CF-D0DD-40FF-BE5B-9D7F19631FE1}" type="presParOf" srcId="{2886690E-9BD1-420E-8E28-CEDFF3D45CD6}" destId="{CC6FF5FA-DEA8-4E69-9F04-DD1E36CFB5DA}" srcOrd="2" destOrd="0" presId="urn:microsoft.com/office/officeart/2005/8/layout/hProcess4"/>
    <dgm:cxn modelId="{D99359B6-8D6C-4DAE-8938-9364020DB7FA}" type="presParOf" srcId="{CC6FF5FA-DEA8-4E69-9F04-DD1E36CFB5DA}" destId="{23CDE646-E11A-47EC-8477-C0349CCA3E4B}" srcOrd="0" destOrd="0" presId="urn:microsoft.com/office/officeart/2005/8/layout/hProcess4"/>
    <dgm:cxn modelId="{E73FDFAB-8297-4077-AEDC-CD46F3DFDC51}" type="presParOf" srcId="{23CDE646-E11A-47EC-8477-C0349CCA3E4B}" destId="{7B6FD1FC-12A9-4735-9CCA-6EB7C089BB38}" srcOrd="0" destOrd="0" presId="urn:microsoft.com/office/officeart/2005/8/layout/hProcess4"/>
    <dgm:cxn modelId="{49F84644-27A4-4022-8FDB-1B6CFECC1B9E}" type="presParOf" srcId="{23CDE646-E11A-47EC-8477-C0349CCA3E4B}" destId="{E3C8CCE3-0B1D-48FC-9B8F-794A9B43A7F6}" srcOrd="1" destOrd="0" presId="urn:microsoft.com/office/officeart/2005/8/layout/hProcess4"/>
    <dgm:cxn modelId="{5EC4343A-D338-4ECA-BDE3-C32750E0CA5F}" type="presParOf" srcId="{23CDE646-E11A-47EC-8477-C0349CCA3E4B}" destId="{E86B2C04-6674-43E8-B6DE-0586DDFF8464}" srcOrd="2" destOrd="0" presId="urn:microsoft.com/office/officeart/2005/8/layout/hProcess4"/>
    <dgm:cxn modelId="{DA2A2814-421A-4774-B26F-248B0A994D5C}" type="presParOf" srcId="{23CDE646-E11A-47EC-8477-C0349CCA3E4B}" destId="{894710B0-11CB-464F-85FA-5B7F5FAF8499}" srcOrd="3" destOrd="0" presId="urn:microsoft.com/office/officeart/2005/8/layout/hProcess4"/>
    <dgm:cxn modelId="{3910411F-48AD-42B5-8DBD-B94463F06D46}" type="presParOf" srcId="{23CDE646-E11A-47EC-8477-C0349CCA3E4B}" destId="{3FB17DC1-8C68-4553-9046-72170CF93E88}" srcOrd="4" destOrd="0" presId="urn:microsoft.com/office/officeart/2005/8/layout/hProcess4"/>
    <dgm:cxn modelId="{658C76F0-04E9-4B72-985E-10F792C49720}" type="presParOf" srcId="{CC6FF5FA-DEA8-4E69-9F04-DD1E36CFB5DA}" destId="{DE5ACFA7-3C04-4228-9EF1-BBDEB624C45E}" srcOrd="1" destOrd="0" presId="urn:microsoft.com/office/officeart/2005/8/layout/hProcess4"/>
    <dgm:cxn modelId="{D14D7BCF-2AE2-4C58-B916-3C9BDE770278}" type="presParOf" srcId="{CC6FF5FA-DEA8-4E69-9F04-DD1E36CFB5DA}" destId="{EAE05967-3EAC-4753-9BBE-62F47EA07133}" srcOrd="2" destOrd="0" presId="urn:microsoft.com/office/officeart/2005/8/layout/hProcess4"/>
    <dgm:cxn modelId="{4594C0CA-4EC3-477C-96AF-64C392F8AA04}" type="presParOf" srcId="{EAE05967-3EAC-4753-9BBE-62F47EA07133}" destId="{CAE9547E-E1AA-4234-B91B-C00512F6FB8A}" srcOrd="0" destOrd="0" presId="urn:microsoft.com/office/officeart/2005/8/layout/hProcess4"/>
    <dgm:cxn modelId="{51C1CE8B-B7C0-4FEE-AAED-7E1DE6CF32FD}" type="presParOf" srcId="{EAE05967-3EAC-4753-9BBE-62F47EA07133}" destId="{65B0C1FF-190E-4F13-A7BE-F41531BE223C}" srcOrd="1" destOrd="0" presId="urn:microsoft.com/office/officeart/2005/8/layout/hProcess4"/>
    <dgm:cxn modelId="{EF79C1A5-AEAB-493D-9C07-750CEE06A8C7}" type="presParOf" srcId="{EAE05967-3EAC-4753-9BBE-62F47EA07133}" destId="{7DFF2CDC-1849-4BD1-B4BF-0BDF47663012}" srcOrd="2" destOrd="0" presId="urn:microsoft.com/office/officeart/2005/8/layout/hProcess4"/>
    <dgm:cxn modelId="{DB4992F8-21FB-4C7F-A1E0-0F6B075DB6B3}" type="presParOf" srcId="{EAE05967-3EAC-4753-9BBE-62F47EA07133}" destId="{168C67F9-6977-4E60-A60F-085F0A27D4EB}" srcOrd="3" destOrd="0" presId="urn:microsoft.com/office/officeart/2005/8/layout/hProcess4"/>
    <dgm:cxn modelId="{AA32CA0F-3AF5-4936-949F-D74C83525EE1}" type="presParOf" srcId="{EAE05967-3EAC-4753-9BBE-62F47EA07133}" destId="{55C3DE10-2800-4F3F-B6FF-EFD2ABE02BCE}" srcOrd="4" destOrd="0" presId="urn:microsoft.com/office/officeart/2005/8/layout/hProcess4"/>
    <dgm:cxn modelId="{6C26313F-0890-4175-8185-8BB370681C21}" type="presParOf" srcId="{CC6FF5FA-DEA8-4E69-9F04-DD1E36CFB5DA}" destId="{6057F3EB-BDC4-4584-A701-B9040EAC7639}" srcOrd="3" destOrd="0" presId="urn:microsoft.com/office/officeart/2005/8/layout/hProcess4"/>
    <dgm:cxn modelId="{CEE52A83-ABBA-4860-925D-B817EF1731A9}" type="presParOf" srcId="{CC6FF5FA-DEA8-4E69-9F04-DD1E36CFB5DA}" destId="{847E5F36-E3DB-4703-A478-72DDFE2DF834}" srcOrd="4" destOrd="0" presId="urn:microsoft.com/office/officeart/2005/8/layout/hProcess4"/>
    <dgm:cxn modelId="{168749E7-FFCC-483A-B4DF-4C9F900CC95C}" type="presParOf" srcId="{847E5F36-E3DB-4703-A478-72DDFE2DF834}" destId="{F74B0FBE-761B-461E-ABAD-21413166C782}" srcOrd="0" destOrd="0" presId="urn:microsoft.com/office/officeart/2005/8/layout/hProcess4"/>
    <dgm:cxn modelId="{C9A40D27-68FC-41C9-9B54-42FD0456D755}" type="presParOf" srcId="{847E5F36-E3DB-4703-A478-72DDFE2DF834}" destId="{70BE153A-6A58-473C-9653-4CEB239D7DDD}" srcOrd="1" destOrd="0" presId="urn:microsoft.com/office/officeart/2005/8/layout/hProcess4"/>
    <dgm:cxn modelId="{719F3DA2-33CE-4C48-905B-12BFEE503EAB}" type="presParOf" srcId="{847E5F36-E3DB-4703-A478-72DDFE2DF834}" destId="{45C43B99-68D5-4817-B76B-1159DF92F538}" srcOrd="2" destOrd="0" presId="urn:microsoft.com/office/officeart/2005/8/layout/hProcess4"/>
    <dgm:cxn modelId="{98EEA9BA-1FFF-4604-939A-2A407921AFEF}" type="presParOf" srcId="{847E5F36-E3DB-4703-A478-72DDFE2DF834}" destId="{17EEB16A-87A9-44EF-B17B-726BF0528F8D}" srcOrd="3" destOrd="0" presId="urn:microsoft.com/office/officeart/2005/8/layout/hProcess4"/>
    <dgm:cxn modelId="{BCEF5274-74BE-4684-A99C-93EA6172225F}" type="presParOf" srcId="{847E5F36-E3DB-4703-A478-72DDFE2DF834}" destId="{825EBB6C-861D-4D2F-B64E-D5B2E79413F3}" srcOrd="4" destOrd="0" presId="urn:microsoft.com/office/officeart/2005/8/layout/hProcess4"/>
    <dgm:cxn modelId="{7573CEB0-C04A-47DA-AA32-4020E6E7D295}" type="presParOf" srcId="{CC6FF5FA-DEA8-4E69-9F04-DD1E36CFB5DA}" destId="{CF99764A-01D9-4E1B-A7A5-57B69F28E0A3}" srcOrd="5" destOrd="0" presId="urn:microsoft.com/office/officeart/2005/8/layout/hProcess4"/>
    <dgm:cxn modelId="{B4B99AE7-79F4-4F8B-B019-41C766931D98}" type="presParOf" srcId="{CC6FF5FA-DEA8-4E69-9F04-DD1E36CFB5DA}" destId="{89014B06-7EFD-4E2F-8124-2029FBB1E1AD}" srcOrd="6" destOrd="0" presId="urn:microsoft.com/office/officeart/2005/8/layout/hProcess4"/>
    <dgm:cxn modelId="{785C7CF7-5D37-4337-A01C-B4F2E82A866A}" type="presParOf" srcId="{89014B06-7EFD-4E2F-8124-2029FBB1E1AD}" destId="{83CCBC87-76AF-4530-BA1E-F0184B3DB29C}" srcOrd="0" destOrd="0" presId="urn:microsoft.com/office/officeart/2005/8/layout/hProcess4"/>
    <dgm:cxn modelId="{5127A5B6-317B-46EB-86B0-D396FEDE9AEE}" type="presParOf" srcId="{89014B06-7EFD-4E2F-8124-2029FBB1E1AD}" destId="{F84E655B-5125-48CB-AA3E-D07D24B648B2}" srcOrd="1" destOrd="0" presId="urn:microsoft.com/office/officeart/2005/8/layout/hProcess4"/>
    <dgm:cxn modelId="{654E46C5-F098-4F1A-884A-2D04228D51F9}" type="presParOf" srcId="{89014B06-7EFD-4E2F-8124-2029FBB1E1AD}" destId="{ABA0833B-AB8A-4453-9137-31B2A7177804}" srcOrd="2" destOrd="0" presId="urn:microsoft.com/office/officeart/2005/8/layout/hProcess4"/>
    <dgm:cxn modelId="{475A5DD4-77AD-41FE-90CB-5FC4466E36D3}" type="presParOf" srcId="{89014B06-7EFD-4E2F-8124-2029FBB1E1AD}" destId="{CBC4C039-D219-4DB6-9D0E-219DCE4909D5}" srcOrd="3" destOrd="0" presId="urn:microsoft.com/office/officeart/2005/8/layout/hProcess4"/>
    <dgm:cxn modelId="{129AA25F-FB9A-419B-9CA3-E67948453A4F}" type="presParOf" srcId="{89014B06-7EFD-4E2F-8124-2029FBB1E1AD}" destId="{96B88B77-0BF9-4A42-9BBF-F73EE535FE2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8CCE3-0B1D-48FC-9B8F-794A9B43A7F6}">
      <dsp:nvSpPr>
        <dsp:cNvPr id="0" name=""/>
        <dsp:cNvSpPr/>
      </dsp:nvSpPr>
      <dsp:spPr>
        <a:xfrm>
          <a:off x="766940" y="715838"/>
          <a:ext cx="1667734" cy="13755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State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Zip code</a:t>
          </a:r>
        </a:p>
      </dsp:txBody>
      <dsp:txXfrm>
        <a:off x="798595" y="747493"/>
        <a:ext cx="1604424" cy="1017465"/>
      </dsp:txXfrm>
    </dsp:sp>
    <dsp:sp modelId="{DE5ACFA7-3C04-4228-9EF1-BBDEB624C45E}">
      <dsp:nvSpPr>
        <dsp:cNvPr id="0" name=""/>
        <dsp:cNvSpPr/>
      </dsp:nvSpPr>
      <dsp:spPr>
        <a:xfrm>
          <a:off x="1628545" y="771862"/>
          <a:ext cx="2240411" cy="2240411"/>
        </a:xfrm>
        <a:prstGeom prst="leftCircularArrow">
          <a:avLst>
            <a:gd name="adj1" fmla="val 4933"/>
            <a:gd name="adj2" fmla="val 633764"/>
            <a:gd name="adj3" fmla="val 2409274"/>
            <a:gd name="adj4" fmla="val 9024489"/>
            <a:gd name="adj5" fmla="val 575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710B0-11CB-464F-85FA-5B7F5FAF8499}">
      <dsp:nvSpPr>
        <dsp:cNvPr id="0" name=""/>
        <dsp:cNvSpPr/>
      </dsp:nvSpPr>
      <dsp:spPr>
        <a:xfrm>
          <a:off x="1137547" y="1796613"/>
          <a:ext cx="1482430" cy="5895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Customer Adress</a:t>
          </a:r>
        </a:p>
      </dsp:txBody>
      <dsp:txXfrm>
        <a:off x="1154813" y="1813879"/>
        <a:ext cx="1447898" cy="554981"/>
      </dsp:txXfrm>
    </dsp:sp>
    <dsp:sp modelId="{65B0C1FF-190E-4F13-A7BE-F41531BE223C}">
      <dsp:nvSpPr>
        <dsp:cNvPr id="0" name=""/>
        <dsp:cNvSpPr/>
      </dsp:nvSpPr>
      <dsp:spPr>
        <a:xfrm>
          <a:off x="3146215" y="715838"/>
          <a:ext cx="1667734" cy="13755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Product category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Quantity</a:t>
          </a:r>
        </a:p>
      </dsp:txBody>
      <dsp:txXfrm>
        <a:off x="3177870" y="1042249"/>
        <a:ext cx="1604424" cy="1017465"/>
      </dsp:txXfrm>
    </dsp:sp>
    <dsp:sp modelId="{6057F3EB-BDC4-4584-A701-B9040EAC7639}">
      <dsp:nvSpPr>
        <dsp:cNvPr id="0" name=""/>
        <dsp:cNvSpPr/>
      </dsp:nvSpPr>
      <dsp:spPr>
        <a:xfrm>
          <a:off x="3993923" y="-258999"/>
          <a:ext cx="2453510" cy="2453510"/>
        </a:xfrm>
        <a:prstGeom prst="circularArrow">
          <a:avLst>
            <a:gd name="adj1" fmla="val 4504"/>
            <a:gd name="adj2" fmla="val 572616"/>
            <a:gd name="adj3" fmla="val 19251873"/>
            <a:gd name="adj4" fmla="val 12575511"/>
            <a:gd name="adj5" fmla="val 525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C67F9-6977-4E60-A60F-085F0A27D4EB}">
      <dsp:nvSpPr>
        <dsp:cNvPr id="0" name=""/>
        <dsp:cNvSpPr/>
      </dsp:nvSpPr>
      <dsp:spPr>
        <a:xfrm>
          <a:off x="3516822" y="421081"/>
          <a:ext cx="1482430" cy="5895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Selecting Category</a:t>
          </a:r>
        </a:p>
      </dsp:txBody>
      <dsp:txXfrm>
        <a:off x="3534088" y="438347"/>
        <a:ext cx="1447898" cy="554981"/>
      </dsp:txXfrm>
    </dsp:sp>
    <dsp:sp modelId="{70BE153A-6A58-473C-9653-4CEB239D7DDD}">
      <dsp:nvSpPr>
        <dsp:cNvPr id="0" name=""/>
        <dsp:cNvSpPr/>
      </dsp:nvSpPr>
      <dsp:spPr>
        <a:xfrm>
          <a:off x="5525490" y="715838"/>
          <a:ext cx="1667734" cy="13755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Sellers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Prices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Estimated Delivery  </a:t>
          </a:r>
        </a:p>
      </dsp:txBody>
      <dsp:txXfrm>
        <a:off x="5557145" y="747493"/>
        <a:ext cx="1604424" cy="1017465"/>
      </dsp:txXfrm>
    </dsp:sp>
    <dsp:sp modelId="{CF99764A-01D9-4E1B-A7A5-57B69F28E0A3}">
      <dsp:nvSpPr>
        <dsp:cNvPr id="0" name=""/>
        <dsp:cNvSpPr/>
      </dsp:nvSpPr>
      <dsp:spPr>
        <a:xfrm>
          <a:off x="6387096" y="771862"/>
          <a:ext cx="2240411" cy="2240411"/>
        </a:xfrm>
        <a:prstGeom prst="leftCircularArrow">
          <a:avLst>
            <a:gd name="adj1" fmla="val 4933"/>
            <a:gd name="adj2" fmla="val 633764"/>
            <a:gd name="adj3" fmla="val 2409274"/>
            <a:gd name="adj4" fmla="val 9024489"/>
            <a:gd name="adj5" fmla="val 575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EB16A-87A9-44EF-B17B-726BF0528F8D}">
      <dsp:nvSpPr>
        <dsp:cNvPr id="0" name=""/>
        <dsp:cNvSpPr/>
      </dsp:nvSpPr>
      <dsp:spPr>
        <a:xfrm>
          <a:off x="5896098" y="1796613"/>
          <a:ext cx="1482430" cy="5895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View Sellers</a:t>
          </a:r>
        </a:p>
      </dsp:txBody>
      <dsp:txXfrm>
        <a:off x="5913364" y="1813879"/>
        <a:ext cx="1447898" cy="554981"/>
      </dsp:txXfrm>
    </dsp:sp>
    <dsp:sp modelId="{F84E655B-5125-48CB-AA3E-D07D24B648B2}">
      <dsp:nvSpPr>
        <dsp:cNvPr id="0" name=""/>
        <dsp:cNvSpPr/>
      </dsp:nvSpPr>
      <dsp:spPr>
        <a:xfrm>
          <a:off x="7904765" y="715838"/>
          <a:ext cx="1667734" cy="137553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Order details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Confirmation</a:t>
          </a:r>
        </a:p>
      </dsp:txBody>
      <dsp:txXfrm>
        <a:off x="7936420" y="1042249"/>
        <a:ext cx="1604424" cy="1017465"/>
      </dsp:txXfrm>
    </dsp:sp>
    <dsp:sp modelId="{CBC4C039-D219-4DB6-9D0E-219DCE4909D5}">
      <dsp:nvSpPr>
        <dsp:cNvPr id="0" name=""/>
        <dsp:cNvSpPr/>
      </dsp:nvSpPr>
      <dsp:spPr>
        <a:xfrm>
          <a:off x="8275373" y="421081"/>
          <a:ext cx="1482430" cy="5895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Checkout</a:t>
          </a:r>
        </a:p>
      </dsp:txBody>
      <dsp:txXfrm>
        <a:off x="8292639" y="438347"/>
        <a:ext cx="1447898" cy="554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94EC-8524-3972-495A-3F8C74DA3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05579-5D77-3F43-61BF-CDDF78DB1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48CAC-6E32-4797-E41F-2F5411B1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6E75F-5398-4115-9257-B219CCEB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F971F-D997-868C-4AED-DCBF3147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7DDF-FDC3-11F7-EE8F-B7B22698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6D6F-35B1-37A4-B8E4-EEAE0F59F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AADF3-E1DD-68B8-6760-EFA2F561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99905-1D71-C157-10CB-B855B9C2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5F789-4495-B78D-E9FE-8678CC4C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8554-3B69-34AD-D19B-FFD8F845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4574F-8995-535E-D506-D91080A5A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63C74-7336-A8EF-24CA-824D9BE9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922BE-0603-48B6-D24A-EE6C456C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7A87E-F86B-89EC-E3BF-5F1F7CA1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8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79D2-CBC2-6DAA-4724-B64CDA03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A32C-B5DA-20E5-1B8C-A42795B73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E318E-6AB5-1FB3-F603-26491A23F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17E20-6711-58BB-65C7-067C4017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789E2-B1EF-7816-E362-6CE8E62E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44189-35D6-B107-937E-534C6CF9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791A-F102-0942-4828-7882A807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9A162-0296-376A-CAC1-CBBEBD17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50041-2DF4-BECA-01F0-DC51EFAAE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22873-985F-881F-F4F5-A18B3C7A3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836C3-D61C-F3D4-2A7D-F9FB3F2EA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3B05E4-BAC3-1F32-2416-BA327063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5298E-2064-A99C-A0B8-87733418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71BEDF-87C4-65BD-0E91-5EA61518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37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AC43-9EC2-EF1D-F2AE-20F5C797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D4345-CF31-FE53-D72C-6A0AE26D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95B8A-36A2-981F-2A6F-A3AB0AA3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73FF1-1975-03EC-0176-C8951C80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0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614B3-38E5-D8A5-C980-09DF5165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4BB6E-1909-6C25-D24D-9E274CCF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78CEE-D918-29E0-4823-1A8FA2E8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20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C875-4059-5A7F-67EF-147DC27EE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5D84-467B-C7EA-9236-7CFE2D66B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8D491-89D9-7A6E-FF3C-2230A1821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8D39B-2269-A2EA-521A-520B9AE9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40E73-B94F-7404-34C8-232CA6C0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4D89C-8CFA-E235-1618-DEFFEF09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8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FDC51-CFBB-D002-74E5-C222BC1F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27FE8-98A8-BE86-2B76-0E821E389E2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5825F-F90D-4DD8-128A-842AC306E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A0E18-2A56-A361-08D7-4BABA6A9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2EF83-3F49-BFC6-29E3-F6A813A1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8AA19-EB0F-C1F3-CCD6-8391B8AF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7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D687-6C91-2DFB-F7AF-13FC04BA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09A38-2DCC-8A5B-216E-C092DB24A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DB5B6-FF04-A02D-9C4C-AE5F3528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A41F0-92C3-C363-CC17-CB0AD7D3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B0EC8-FC51-B641-3E17-DC32C360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8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C8CC7-9143-0EBE-EA0A-5B7760F3F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228D8-9850-98BF-9712-8E267D063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DE084-84AB-7898-0359-83329F93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C021-FABE-CE4D-4D24-034EC6B9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5A027-4ECE-0FF1-C3ED-707861AD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D9E1F-55D7-09FD-BE73-7C748BD4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D6CE9-EFCB-94DF-C496-CB742428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A9338-6B04-68B8-61B2-616529B16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60B4E-4F26-4395-A841-C05ED858E846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68C8E-8881-C1D9-04D6-2E4E26D77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2E146-3DC1-7809-B730-EAEB47F1E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FCE32-4F91-4C21-9622-59416E674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2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olist-delivery-estimation-app.streamlit.app/" TargetMode="Externa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70DB13-16F7-0C6E-2A31-5277AE669620}"/>
              </a:ext>
            </a:extLst>
          </p:cNvPr>
          <p:cNvSpPr/>
          <p:nvPr/>
        </p:nvSpPr>
        <p:spPr>
          <a:xfrm>
            <a:off x="266700" y="215611"/>
            <a:ext cx="11658599" cy="6426778"/>
          </a:xfrm>
          <a:prstGeom prst="roundRect">
            <a:avLst>
              <a:gd name="adj" fmla="val 98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E116F-0936-5B25-6B15-101895108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9815" y="1744447"/>
            <a:ext cx="2067792" cy="1021944"/>
          </a:xfrm>
        </p:spPr>
        <p:txBody>
          <a:bodyPr/>
          <a:lstStyle/>
          <a:p>
            <a:pPr algn="l"/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3ECFF-A3E6-8163-6559-11C56796B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9317" y="3981576"/>
            <a:ext cx="4695907" cy="1655762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Nebras Jafail – DSB3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Fatema Shaker – DSB3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Fatema Butaher – DSB3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Noora Alkhalaqi – DSB3</a:t>
            </a: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88302-EE10-08AD-46DA-68194DBC8412}"/>
              </a:ext>
            </a:extLst>
          </p:cNvPr>
          <p:cNvSpPr txBox="1"/>
          <p:nvPr/>
        </p:nvSpPr>
        <p:spPr>
          <a:xfrm>
            <a:off x="734663" y="2414083"/>
            <a:ext cx="61041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Delivery Model</a:t>
            </a:r>
            <a:endParaRPr lang="en-US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D44ED7B-EB5A-6EDA-29A5-9270E33A8AE8}"/>
              </a:ext>
            </a:extLst>
          </p:cNvPr>
          <p:cNvSpPr/>
          <p:nvPr/>
        </p:nvSpPr>
        <p:spPr>
          <a:xfrm>
            <a:off x="8230948" y="2040747"/>
            <a:ext cx="3226389" cy="3736323"/>
          </a:xfrm>
          <a:prstGeom prst="roundRect">
            <a:avLst>
              <a:gd name="adj" fmla="val 94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F6A3E8-909B-F1DE-1406-1F9CBF79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80" b="20129"/>
          <a:stretch>
            <a:fillRect/>
          </a:stretch>
        </p:blipFill>
        <p:spPr>
          <a:xfrm>
            <a:off x="6487841" y="1665298"/>
            <a:ext cx="4820068" cy="47233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7B4D83-9F87-7A62-5EDD-32596A013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10606" y="17049695"/>
            <a:ext cx="7174538" cy="577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05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D8B10-C024-49E5-2937-F67B8908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5E8976-3145-AEFC-5817-586B7B098D29}"/>
              </a:ext>
            </a:extLst>
          </p:cNvPr>
          <p:cNvSpPr/>
          <p:nvPr/>
        </p:nvSpPr>
        <p:spPr>
          <a:xfrm>
            <a:off x="266700" y="215611"/>
            <a:ext cx="11658599" cy="6426778"/>
          </a:xfrm>
          <a:prstGeom prst="roundRect">
            <a:avLst>
              <a:gd name="adj" fmla="val 98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B4493-16F5-A41F-A2C2-A0CC862ED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5725" y="1033768"/>
            <a:ext cx="4161961" cy="1571625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Agenda</a:t>
            </a:r>
            <a:b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n-US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F8D94-DBB0-C789-1C42-C946BF0E8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012" y="1995330"/>
            <a:ext cx="3101713" cy="610064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Business Section</a:t>
            </a:r>
            <a:endParaRPr lang="ar-BH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090B4D-D9E9-C646-5E68-652245004A5E}"/>
              </a:ext>
            </a:extLst>
          </p:cNvPr>
          <p:cNvSpPr/>
          <p:nvPr/>
        </p:nvSpPr>
        <p:spPr>
          <a:xfrm>
            <a:off x="14283695" y="1995329"/>
            <a:ext cx="3226389" cy="3736323"/>
          </a:xfrm>
          <a:prstGeom prst="roundRect">
            <a:avLst>
              <a:gd name="adj" fmla="val 94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0D09C9-8D6C-68ED-C2CF-BA08A8CD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80" b="20129"/>
          <a:stretch>
            <a:fillRect/>
          </a:stretch>
        </p:blipFill>
        <p:spPr>
          <a:xfrm>
            <a:off x="12540588" y="1619880"/>
            <a:ext cx="4820068" cy="4723392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FFC54C40-B365-2B23-6113-D35F0B8E95BE}"/>
              </a:ext>
            </a:extLst>
          </p:cNvPr>
          <p:cNvSpPr txBox="1">
            <a:spLocks/>
          </p:cNvSpPr>
          <p:nvPr/>
        </p:nvSpPr>
        <p:spPr>
          <a:xfrm>
            <a:off x="1298754" y="2617600"/>
            <a:ext cx="4695907" cy="8895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raw issue</a:t>
            </a:r>
          </a:p>
          <a:p>
            <a:pPr algn="l"/>
            <a:r>
              <a:rPr lang="en-US" sz="1800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 structured  objectives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chemeClr val="accent2">
                  <a:lumMod val="5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7ED7566D-BA03-C301-671E-C6E3BDC643B4}"/>
              </a:ext>
            </a:extLst>
          </p:cNvPr>
          <p:cNvSpPr txBox="1">
            <a:spLocks/>
          </p:cNvSpPr>
          <p:nvPr/>
        </p:nvSpPr>
        <p:spPr>
          <a:xfrm>
            <a:off x="1298753" y="3914588"/>
            <a:ext cx="4695907" cy="8895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Correlation with the target  </a:t>
            </a:r>
          </a:p>
          <a:p>
            <a:pPr algn="l"/>
            <a:r>
              <a:rPr lang="en-US" sz="1800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Data Processing Overview</a:t>
            </a:r>
            <a:endParaRPr lang="ar-BH" sz="1800">
              <a:solidFill>
                <a:schemeClr val="accent2">
                  <a:lumMod val="50000"/>
                </a:schemeClr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l"/>
            <a:r>
              <a:rPr lang="en-US" sz="1800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Models MAE Comparison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7AEAAAF6-B4FA-F1A7-A454-77A1E2953365}"/>
              </a:ext>
            </a:extLst>
          </p:cNvPr>
          <p:cNvSpPr txBox="1">
            <a:spLocks/>
          </p:cNvSpPr>
          <p:nvPr/>
        </p:nvSpPr>
        <p:spPr>
          <a:xfrm>
            <a:off x="1298753" y="5587544"/>
            <a:ext cx="4695907" cy="4028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Live demo: the customer journey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CFAC8B-1B97-0DFD-ACD9-9A53BEC0C735}"/>
              </a:ext>
            </a:extLst>
          </p:cNvPr>
          <p:cNvSpPr txBox="1"/>
          <p:nvPr/>
        </p:nvSpPr>
        <p:spPr>
          <a:xfrm>
            <a:off x="1195388" y="-1329536"/>
            <a:ext cx="875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Models MAE Comparison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966E8A-AC51-9B4D-BBE3-4CF016B7754B}"/>
              </a:ext>
            </a:extLst>
          </p:cNvPr>
          <p:cNvSpPr txBox="1"/>
          <p:nvPr/>
        </p:nvSpPr>
        <p:spPr>
          <a:xfrm>
            <a:off x="794012" y="3282112"/>
            <a:ext cx="3233737" cy="58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Technical Section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6D8654-F1A0-CCD1-4302-D23E59147167}"/>
              </a:ext>
            </a:extLst>
          </p:cNvPr>
          <p:cNvSpPr txBox="1"/>
          <p:nvPr/>
        </p:nvSpPr>
        <p:spPr>
          <a:xfrm>
            <a:off x="794012" y="4931459"/>
            <a:ext cx="3186112" cy="58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Demo Section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B27213-C0FD-D527-4257-D98DD64CA1D2}"/>
              </a:ext>
            </a:extLst>
          </p:cNvPr>
          <p:cNvGrpSpPr/>
          <p:nvPr/>
        </p:nvGrpSpPr>
        <p:grpSpPr>
          <a:xfrm>
            <a:off x="5869486" y="23645818"/>
            <a:ext cx="5171503" cy="2934766"/>
            <a:chOff x="3331533" y="2020838"/>
            <a:chExt cx="5171503" cy="293476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AB0E462-9249-B752-91AA-CD69141B2628}"/>
                </a:ext>
              </a:extLst>
            </p:cNvPr>
            <p:cNvSpPr/>
            <p:nvPr/>
          </p:nvSpPr>
          <p:spPr>
            <a:xfrm>
              <a:off x="4538140" y="2020838"/>
              <a:ext cx="2758293" cy="2934766"/>
            </a:xfrm>
            <a:prstGeom prst="roundRect">
              <a:avLst>
                <a:gd name="adj" fmla="val 25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529E8ED-0230-89BB-1A52-6B8F53325333}"/>
                </a:ext>
              </a:extLst>
            </p:cNvPr>
            <p:cNvSpPr/>
            <p:nvPr/>
          </p:nvSpPr>
          <p:spPr>
            <a:xfrm>
              <a:off x="3331533" y="2149255"/>
              <a:ext cx="5171503" cy="8859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r>
                <a:rPr lang="en-US" sz="14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Confirm Order Cancellation </a:t>
              </a:r>
            </a:p>
            <a:p>
              <a:pPr algn="ctr"/>
              <a:endParaRPr lang="en-US" sz="110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33EB335-B57C-5670-F437-50E9CBB25995}"/>
                </a:ext>
              </a:extLst>
            </p:cNvPr>
            <p:cNvSpPr/>
            <p:nvPr/>
          </p:nvSpPr>
          <p:spPr>
            <a:xfrm>
              <a:off x="4920935" y="2800858"/>
              <a:ext cx="2350129" cy="8859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Incorrect / Changed Address</a:t>
              </a:r>
              <a:endParaRPr lang="en-US" sz="100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Changed Mind</a:t>
              </a: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Delivery Delay </a:t>
              </a: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High Shipping Fees </a:t>
              </a: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Accidental Order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60A2B0B-A5B8-4001-363B-03C13E05B505}"/>
                </a:ext>
              </a:extLst>
            </p:cNvPr>
            <p:cNvSpPr/>
            <p:nvPr/>
          </p:nvSpPr>
          <p:spPr>
            <a:xfrm>
              <a:off x="4789978" y="2858857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C5DDD78-577D-B441-468B-0B950AE4DADA}"/>
                </a:ext>
              </a:extLst>
            </p:cNvPr>
            <p:cNvSpPr/>
            <p:nvPr/>
          </p:nvSpPr>
          <p:spPr>
            <a:xfrm>
              <a:off x="4789978" y="3021072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57F82F3-B91E-43C3-EBBB-AFAECA9EAF2B}"/>
                </a:ext>
              </a:extLst>
            </p:cNvPr>
            <p:cNvSpPr/>
            <p:nvPr/>
          </p:nvSpPr>
          <p:spPr>
            <a:xfrm>
              <a:off x="4789978" y="3186631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4AC9983-B957-6FBB-79A3-098B5FA09D18}"/>
                </a:ext>
              </a:extLst>
            </p:cNvPr>
            <p:cNvSpPr/>
            <p:nvPr/>
          </p:nvSpPr>
          <p:spPr>
            <a:xfrm>
              <a:off x="4789978" y="3352191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F405ADF-2079-DD47-B23E-6F17461E96C7}"/>
                </a:ext>
              </a:extLst>
            </p:cNvPr>
            <p:cNvSpPr/>
            <p:nvPr/>
          </p:nvSpPr>
          <p:spPr>
            <a:xfrm>
              <a:off x="4789978" y="3517751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BADC649-1E92-2EAA-74AA-F51CBA221EC6}"/>
                </a:ext>
              </a:extLst>
            </p:cNvPr>
            <p:cNvSpPr/>
            <p:nvPr/>
          </p:nvSpPr>
          <p:spPr>
            <a:xfrm>
              <a:off x="4812373" y="3209642"/>
              <a:ext cx="73083" cy="63849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3D073A0-9FF3-A466-AD1C-B25919918E09}"/>
                </a:ext>
              </a:extLst>
            </p:cNvPr>
            <p:cNvSpPr/>
            <p:nvPr/>
          </p:nvSpPr>
          <p:spPr>
            <a:xfrm>
              <a:off x="4997685" y="3863813"/>
              <a:ext cx="1839200" cy="359641"/>
            </a:xfrm>
            <a:prstGeom prst="roundRect">
              <a:avLst>
                <a:gd name="adj" fmla="val 50000"/>
              </a:avLst>
            </a:prstGeom>
            <a:solidFill>
              <a:srgbClr val="FF33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Confirm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A905C3E-1387-BB34-6B64-97A012C282E5}"/>
                </a:ext>
              </a:extLst>
            </p:cNvPr>
            <p:cNvSpPr/>
            <p:nvPr/>
          </p:nvSpPr>
          <p:spPr>
            <a:xfrm>
              <a:off x="4997685" y="4334489"/>
              <a:ext cx="1839200" cy="359641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Back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B89804F-5520-E3EF-3A7C-666773F62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18929" y="822485"/>
            <a:ext cx="6672618" cy="53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82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1CC24-5B08-B30A-4D24-9B6ABFE3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5FA7C05-86B4-A5C1-A699-06ABEB6FE843}"/>
              </a:ext>
            </a:extLst>
          </p:cNvPr>
          <p:cNvSpPr/>
          <p:nvPr/>
        </p:nvSpPr>
        <p:spPr>
          <a:xfrm>
            <a:off x="146050" y="146050"/>
            <a:ext cx="11868150" cy="6572250"/>
          </a:xfrm>
          <a:prstGeom prst="roundRect">
            <a:avLst>
              <a:gd name="adj" fmla="val 7175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64DA36-22CD-1424-9C63-FD2C6F0E94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217532" y="-2102171"/>
            <a:ext cx="2061975" cy="16993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BE440D-9EAF-07FD-3DDC-207D9F37F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13971" y="-5688455"/>
            <a:ext cx="2061975" cy="16993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19E80C-3638-CBC6-5555-95464DE9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1426562" y="-3983696"/>
            <a:ext cx="2061975" cy="16993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826B23-EB69-C590-29DD-D72961439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1568812" y="-7426789"/>
            <a:ext cx="2061975" cy="16993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7F2B76-E65D-B7A4-7AE9-6E5D6BB22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145188" y="-9004468"/>
            <a:ext cx="2061975" cy="169939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549F9E-739F-DCDD-77BD-76346C972B1A}"/>
              </a:ext>
            </a:extLst>
          </p:cNvPr>
          <p:cNvSpPr/>
          <p:nvPr/>
        </p:nvSpPr>
        <p:spPr>
          <a:xfrm>
            <a:off x="536886" y="1257157"/>
            <a:ext cx="4817962" cy="4585735"/>
          </a:xfrm>
          <a:prstGeom prst="roundRect">
            <a:avLst>
              <a:gd name="adj" fmla="val 1468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1FA1C-F784-05C6-5606-542814FAC185}"/>
              </a:ext>
            </a:extLst>
          </p:cNvPr>
          <p:cNvSpPr txBox="1"/>
          <p:nvPr/>
        </p:nvSpPr>
        <p:spPr>
          <a:xfrm>
            <a:off x="862064" y="5013651"/>
            <a:ext cx="6096000" cy="35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type: Regression</a:t>
            </a:r>
            <a:endParaRPr lang="en-US" sz="16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D1771-AE08-1EB2-D898-0D2EAB7C6DF1}"/>
              </a:ext>
            </a:extLst>
          </p:cNvPr>
          <p:cNvSpPr txBox="1"/>
          <p:nvPr/>
        </p:nvSpPr>
        <p:spPr>
          <a:xfrm>
            <a:off x="729629" y="2713262"/>
            <a:ext cx="44278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Customers abandon carts when they cannot see when an order will arrive. Typical delivery takes 10 days, but 1 in 10 orders takes over 3 weeks.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5E7FA82-9F47-0CEF-C1F8-C743D260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32133" y="865339"/>
            <a:ext cx="6672618" cy="536937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07ADF6-C924-E9C8-592E-E2A38179D1D7}"/>
              </a:ext>
            </a:extLst>
          </p:cNvPr>
          <p:cNvSpPr/>
          <p:nvPr/>
        </p:nvSpPr>
        <p:spPr>
          <a:xfrm>
            <a:off x="311713" y="1513862"/>
            <a:ext cx="5171503" cy="8859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raw issue</a:t>
            </a:r>
          </a:p>
          <a:p>
            <a:pPr algn="ctr"/>
            <a:endParaRPr lang="en-US" sz="140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238A85-CB2D-1026-B900-4ABBDAA29535}"/>
              </a:ext>
            </a:extLst>
          </p:cNvPr>
          <p:cNvGrpSpPr/>
          <p:nvPr/>
        </p:nvGrpSpPr>
        <p:grpSpPr>
          <a:xfrm>
            <a:off x="6182690" y="2080065"/>
            <a:ext cx="5171503" cy="3177442"/>
            <a:chOff x="3331533" y="2020838"/>
            <a:chExt cx="5171503" cy="293476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62E976B-0A30-BF3A-1E4E-81D6766E2459}"/>
                </a:ext>
              </a:extLst>
            </p:cNvPr>
            <p:cNvSpPr/>
            <p:nvPr/>
          </p:nvSpPr>
          <p:spPr>
            <a:xfrm>
              <a:off x="4538140" y="2020838"/>
              <a:ext cx="2758293" cy="2934766"/>
            </a:xfrm>
            <a:prstGeom prst="roundRect">
              <a:avLst>
                <a:gd name="adj" fmla="val 25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68277A6-8FCE-9F31-808C-1CA71DDF27D8}"/>
                </a:ext>
              </a:extLst>
            </p:cNvPr>
            <p:cNvSpPr/>
            <p:nvPr/>
          </p:nvSpPr>
          <p:spPr>
            <a:xfrm>
              <a:off x="3331533" y="2149255"/>
              <a:ext cx="5171503" cy="8859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1"/>
              <a:r>
                <a:rPr lang="en-US" sz="14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Confirm Order Cancellation </a:t>
              </a:r>
            </a:p>
            <a:p>
              <a:pPr algn="ctr"/>
              <a:endParaRPr lang="en-US" sz="110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3FCE46A-8111-C6F9-5F8E-697D22819765}"/>
                </a:ext>
              </a:extLst>
            </p:cNvPr>
            <p:cNvSpPr/>
            <p:nvPr/>
          </p:nvSpPr>
          <p:spPr>
            <a:xfrm>
              <a:off x="4920935" y="2800858"/>
              <a:ext cx="2350129" cy="8859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Incorrect / Changed Address</a:t>
              </a:r>
              <a:endParaRPr lang="en-US" sz="1000">
                <a:solidFill>
                  <a:schemeClr val="tx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endParaRP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Changed Mind</a:t>
              </a: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Delivery Delay </a:t>
              </a: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High Shipping Fees </a:t>
              </a:r>
            </a:p>
            <a:p>
              <a:pPr rtl="1"/>
              <a:r>
                <a:rPr lang="en-US" sz="1100">
                  <a:solidFill>
                    <a:schemeClr val="tx1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Accidental Order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A096EAD-8B67-FE81-12AC-4FB4C5DCF6F3}"/>
                </a:ext>
              </a:extLst>
            </p:cNvPr>
            <p:cNvSpPr/>
            <p:nvPr/>
          </p:nvSpPr>
          <p:spPr>
            <a:xfrm>
              <a:off x="4789978" y="2858857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FCD2B31-959A-DB10-2E86-05BF87A9C6B2}"/>
                </a:ext>
              </a:extLst>
            </p:cNvPr>
            <p:cNvSpPr/>
            <p:nvPr/>
          </p:nvSpPr>
          <p:spPr>
            <a:xfrm>
              <a:off x="4789978" y="3021072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CB9AD53-70F8-62B4-57CF-F7F293CB2889}"/>
                </a:ext>
              </a:extLst>
            </p:cNvPr>
            <p:cNvSpPr/>
            <p:nvPr/>
          </p:nvSpPr>
          <p:spPr>
            <a:xfrm>
              <a:off x="4789978" y="3186631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5974A1-AC38-0192-A8E6-714FCB97CAA1}"/>
                </a:ext>
              </a:extLst>
            </p:cNvPr>
            <p:cNvSpPr/>
            <p:nvPr/>
          </p:nvSpPr>
          <p:spPr>
            <a:xfrm>
              <a:off x="4789978" y="3352191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72032BC-1900-3916-9C7B-59695593157F}"/>
                </a:ext>
              </a:extLst>
            </p:cNvPr>
            <p:cNvSpPr/>
            <p:nvPr/>
          </p:nvSpPr>
          <p:spPr>
            <a:xfrm>
              <a:off x="4789978" y="3517751"/>
              <a:ext cx="117872" cy="11197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ED24820-1829-29C7-B6BE-C730D45547D3}"/>
                </a:ext>
              </a:extLst>
            </p:cNvPr>
            <p:cNvSpPr/>
            <p:nvPr/>
          </p:nvSpPr>
          <p:spPr>
            <a:xfrm>
              <a:off x="4812373" y="3209642"/>
              <a:ext cx="73083" cy="63849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979F696-97F3-5A34-4FD6-2279FE7A5B5B}"/>
                </a:ext>
              </a:extLst>
            </p:cNvPr>
            <p:cNvSpPr/>
            <p:nvPr/>
          </p:nvSpPr>
          <p:spPr>
            <a:xfrm>
              <a:off x="4997685" y="3863813"/>
              <a:ext cx="1839200" cy="359641"/>
            </a:xfrm>
            <a:prstGeom prst="roundRect">
              <a:avLst>
                <a:gd name="adj" fmla="val 50000"/>
              </a:avLst>
            </a:prstGeom>
            <a:solidFill>
              <a:srgbClr val="CC33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Confirm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E7BDB49-B912-7B9D-817A-49697147D6F3}"/>
                </a:ext>
              </a:extLst>
            </p:cNvPr>
            <p:cNvSpPr/>
            <p:nvPr/>
          </p:nvSpPr>
          <p:spPr>
            <a:xfrm>
              <a:off x="4997685" y="4334489"/>
              <a:ext cx="1839200" cy="359641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640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1C920-08D7-0FBA-198A-DB6142FC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C93D24-9536-E586-AAA3-9D85D77CB578}"/>
              </a:ext>
            </a:extLst>
          </p:cNvPr>
          <p:cNvSpPr/>
          <p:nvPr/>
        </p:nvSpPr>
        <p:spPr>
          <a:xfrm>
            <a:off x="4033381" y="215611"/>
            <a:ext cx="7787144" cy="6426778"/>
          </a:xfrm>
          <a:prstGeom prst="roundRect">
            <a:avLst>
              <a:gd name="adj" fmla="val 144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BFABB9-383B-10D0-F611-8C5F5C714706}"/>
              </a:ext>
            </a:extLst>
          </p:cNvPr>
          <p:cNvSpPr/>
          <p:nvPr/>
        </p:nvSpPr>
        <p:spPr>
          <a:xfrm>
            <a:off x="4239233" y="978402"/>
            <a:ext cx="7375439" cy="88596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 structured  objectives</a:t>
            </a:r>
          </a:p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C219B7-D907-5CB5-5B15-817EC9565DEC}"/>
              </a:ext>
            </a:extLst>
          </p:cNvPr>
          <p:cNvSpPr txBox="1"/>
          <p:nvPr/>
        </p:nvSpPr>
        <p:spPr>
          <a:xfrm>
            <a:off x="4306109" y="2162422"/>
            <a:ext cx="75144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Specific: 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predict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delivery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time in days for every order at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checkout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, from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seller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and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customer location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distance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, product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size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and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weight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freight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cost and order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timing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.</a:t>
            </a:r>
            <a:endParaRPr lang="ar-BH" sz="2000">
              <a:solidFill>
                <a:srgbClr val="002060"/>
              </a:solidFill>
              <a:latin typeface="Abadi" panose="020B0604020104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>
              <a:solidFill>
                <a:srgbClr val="002060"/>
              </a:solidFill>
              <a:latin typeface="Abadi" panose="020B0604020104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Business objective: 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show a trusted delivery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date before Order 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Now, to cut order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cancellation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by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12</a:t>
            </a:r>
            <a:r>
              <a:rPr lang="en-US" sz="2000" b="1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%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and increase sales 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by gaining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customers satisfaction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. </a:t>
            </a:r>
            <a:endParaRPr lang="ar-BH" sz="2000">
              <a:solidFill>
                <a:srgbClr val="002060"/>
              </a:solidFill>
              <a:latin typeface="Abadi" panose="020B0604020104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>
              <a:solidFill>
                <a:srgbClr val="002060"/>
              </a:solidFill>
              <a:latin typeface="Abadi" panose="020B0604020104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Measurable: average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estimate within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5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days of the actual delivery (our model: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4.6 days </a:t>
            </a:r>
            <a:r>
              <a:rPr lang="en-US" sz="2000">
                <a:solidFill>
                  <a:srgbClr val="002060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on unseen orders).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F03515F-87AF-0969-EC1C-93A1B6DD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351234" y="5663939"/>
            <a:ext cx="2061975" cy="169939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6CF9D70-1E13-D65B-B658-2A808E3A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147673" y="2077655"/>
            <a:ext cx="2061975" cy="169939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33438E3-FEA9-C4B1-5F0E-E1BBF00CB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1560264" y="3782414"/>
            <a:ext cx="2061975" cy="169939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7FEB362-0138-BEB0-94FD-827C1FE2D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1702514" y="339321"/>
            <a:ext cx="2061975" cy="16993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17B2511-3724-E96D-4EB7-5A022E08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278890" y="-1238358"/>
            <a:ext cx="2061975" cy="1699390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205E46F-419F-DD3A-CC30-4D944B432CF2}"/>
              </a:ext>
            </a:extLst>
          </p:cNvPr>
          <p:cNvSpPr/>
          <p:nvPr/>
        </p:nvSpPr>
        <p:spPr>
          <a:xfrm>
            <a:off x="-3378757" y="966925"/>
            <a:ext cx="2898648" cy="154533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36%</a:t>
            </a:r>
            <a:r>
              <a:rPr lang="en-US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Where customer and seller shares a state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E2DD692-21E8-CC78-834F-D24B0ACBA7B3}"/>
              </a:ext>
            </a:extLst>
          </p:cNvPr>
          <p:cNvSpPr/>
          <p:nvPr/>
        </p:nvSpPr>
        <p:spPr>
          <a:xfrm>
            <a:off x="-3378757" y="2731995"/>
            <a:ext cx="2898648" cy="154054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0.39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Correlation between distance (km) and Delivery days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8D8FBE7-2AEC-40C6-1229-58ACBABD61AB}"/>
              </a:ext>
            </a:extLst>
          </p:cNvPr>
          <p:cNvSpPr/>
          <p:nvPr/>
        </p:nvSpPr>
        <p:spPr>
          <a:xfrm>
            <a:off x="-3378757" y="4492275"/>
            <a:ext cx="2898648" cy="154054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~0.60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Correlation between the freight value and the product weight / volume</a:t>
            </a:r>
          </a:p>
        </p:txBody>
      </p:sp>
    </p:spTree>
    <p:extLst>
      <p:ext uri="{BB962C8B-B14F-4D97-AF65-F5344CB8AC3E}">
        <p14:creationId xmlns:p14="http://schemas.microsoft.com/office/powerpoint/2010/main" val="1888117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CAFB4A-AFC5-9948-BDAD-32C40175B2A2}"/>
              </a:ext>
            </a:extLst>
          </p:cNvPr>
          <p:cNvSpPr/>
          <p:nvPr/>
        </p:nvSpPr>
        <p:spPr>
          <a:xfrm>
            <a:off x="266700" y="215611"/>
            <a:ext cx="11658599" cy="6426778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90DC33-3271-752E-6345-BA5C4B115167}"/>
              </a:ext>
            </a:extLst>
          </p:cNvPr>
          <p:cNvSpPr/>
          <p:nvPr/>
        </p:nvSpPr>
        <p:spPr>
          <a:xfrm>
            <a:off x="987469" y="893657"/>
            <a:ext cx="2898648" cy="154533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36%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Where customer and seller shares a state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C7E91F-58E2-838F-50D3-43F31A2B5432}"/>
              </a:ext>
            </a:extLst>
          </p:cNvPr>
          <p:cNvSpPr/>
          <p:nvPr/>
        </p:nvSpPr>
        <p:spPr>
          <a:xfrm>
            <a:off x="987469" y="2658727"/>
            <a:ext cx="2898648" cy="154054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0.39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Correlation between distance (km) and Delivery days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4E13E7-7496-558E-7A54-FB2D912A17E9}"/>
              </a:ext>
            </a:extLst>
          </p:cNvPr>
          <p:cNvSpPr/>
          <p:nvPr/>
        </p:nvSpPr>
        <p:spPr>
          <a:xfrm>
            <a:off x="987469" y="4419007"/>
            <a:ext cx="2898648" cy="1540547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0.59 – 0.61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Correlation between the freight value and the product weight / volume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4C5B10-E88F-7C56-97D0-3B0BC60E5A06}"/>
              </a:ext>
            </a:extLst>
          </p:cNvPr>
          <p:cNvSpPr/>
          <p:nvPr/>
        </p:nvSpPr>
        <p:spPr>
          <a:xfrm>
            <a:off x="4315444" y="893657"/>
            <a:ext cx="7180527" cy="5175050"/>
          </a:xfrm>
          <a:prstGeom prst="roundRect">
            <a:avLst>
              <a:gd name="adj" fmla="val 4693"/>
            </a:avLst>
          </a:prstGeom>
          <a:noFill/>
          <a:ln w="28575">
            <a:solidFill>
              <a:srgbClr val="002060"/>
            </a:solidFill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sX0" fmla="*/ 0 w 7180527"/>
                      <a:gd name="csY0" fmla="*/ 232588 h 4956054"/>
                      <a:gd name="csX1" fmla="*/ 232588 w 7180527"/>
                      <a:gd name="csY1" fmla="*/ 0 h 4956054"/>
                      <a:gd name="csX2" fmla="*/ 6947939 w 7180527"/>
                      <a:gd name="csY2" fmla="*/ 0 h 4956054"/>
                      <a:gd name="csX3" fmla="*/ 7180527 w 7180527"/>
                      <a:gd name="csY3" fmla="*/ 232588 h 4956054"/>
                      <a:gd name="csX4" fmla="*/ 7180527 w 7180527"/>
                      <a:gd name="csY4" fmla="*/ 4723466 h 4956054"/>
                      <a:gd name="csX5" fmla="*/ 6947939 w 7180527"/>
                      <a:gd name="csY5" fmla="*/ 4956054 h 4956054"/>
                      <a:gd name="csX6" fmla="*/ 232588 w 7180527"/>
                      <a:gd name="csY6" fmla="*/ 4956054 h 4956054"/>
                      <a:gd name="csX7" fmla="*/ 0 w 7180527"/>
                      <a:gd name="csY7" fmla="*/ 4723466 h 4956054"/>
                      <a:gd name="csX8" fmla="*/ 0 w 7180527"/>
                      <a:gd name="csY8" fmla="*/ 232588 h 49560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7180527" h="4956054" extrusionOk="0">
                        <a:moveTo>
                          <a:pt x="0" y="232588"/>
                        </a:moveTo>
                        <a:cubicBezTo>
                          <a:pt x="-12624" y="126281"/>
                          <a:pt x="81952" y="-9160"/>
                          <a:pt x="232588" y="0"/>
                        </a:cubicBezTo>
                        <a:cubicBezTo>
                          <a:pt x="3351041" y="-60713"/>
                          <a:pt x="4743413" y="61072"/>
                          <a:pt x="6947939" y="0"/>
                        </a:cubicBezTo>
                        <a:cubicBezTo>
                          <a:pt x="7068211" y="2735"/>
                          <a:pt x="7168712" y="118104"/>
                          <a:pt x="7180527" y="232588"/>
                        </a:cubicBezTo>
                        <a:cubicBezTo>
                          <a:pt x="7204979" y="902993"/>
                          <a:pt x="7248190" y="3252805"/>
                          <a:pt x="7180527" y="4723466"/>
                        </a:cubicBezTo>
                        <a:cubicBezTo>
                          <a:pt x="7191674" y="4841326"/>
                          <a:pt x="7083815" y="4956544"/>
                          <a:pt x="6947939" y="4956054"/>
                        </a:cubicBezTo>
                        <a:cubicBezTo>
                          <a:pt x="4053299" y="4882283"/>
                          <a:pt x="1068833" y="4800171"/>
                          <a:pt x="232588" y="4956054"/>
                        </a:cubicBezTo>
                        <a:cubicBezTo>
                          <a:pt x="108278" y="4956655"/>
                          <a:pt x="-10043" y="4847338"/>
                          <a:pt x="0" y="4723466"/>
                        </a:cubicBezTo>
                        <a:cubicBezTo>
                          <a:pt x="152408" y="4200915"/>
                          <a:pt x="73868" y="892740"/>
                          <a:pt x="0" y="23258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black rectangles with black background&#10;&#10;AI-generated content may be incorrect.">
            <a:extLst>
              <a:ext uri="{FF2B5EF4-FFF2-40B4-BE49-F238E27FC236}">
                <a16:creationId xmlns:a16="http://schemas.microsoft.com/office/drawing/2014/main" id="{C7A5D24C-8A10-A3F2-1082-008D7F8F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87" y="1047929"/>
            <a:ext cx="5735708" cy="4757352"/>
          </a:xfrm>
          <a:prstGeom prst="rect">
            <a:avLst/>
          </a:prstGeom>
        </p:spPr>
      </p:pic>
      <p:sp>
        <p:nvSpPr>
          <p:cNvPr id="27" name="Flowchart: Document 26">
            <a:extLst>
              <a:ext uri="{FF2B5EF4-FFF2-40B4-BE49-F238E27FC236}">
                <a16:creationId xmlns:a16="http://schemas.microsoft.com/office/drawing/2014/main" id="{1727466A-A1FF-A147-C958-8EA4E6AF176E}"/>
              </a:ext>
            </a:extLst>
          </p:cNvPr>
          <p:cNvSpPr/>
          <p:nvPr/>
        </p:nvSpPr>
        <p:spPr>
          <a:xfrm>
            <a:off x="8227009" y="-1828010"/>
            <a:ext cx="2208728" cy="1672337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7CFAEBC3-ADC9-D868-7FA7-1F0D2E6F8F19}"/>
              </a:ext>
            </a:extLst>
          </p:cNvPr>
          <p:cNvSpPr txBox="1">
            <a:spLocks/>
          </p:cNvSpPr>
          <p:nvPr/>
        </p:nvSpPr>
        <p:spPr>
          <a:xfrm>
            <a:off x="8368977" y="-1318565"/>
            <a:ext cx="3901409" cy="404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Data Processing</a:t>
            </a:r>
            <a:endParaRPr lang="ar-BH" sz="1800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9120FA-A698-63A3-41D3-14C42569A122}"/>
              </a:ext>
            </a:extLst>
          </p:cNvPr>
          <p:cNvSpPr txBox="1"/>
          <p:nvPr/>
        </p:nvSpPr>
        <p:spPr>
          <a:xfrm>
            <a:off x="8666785" y="-1083748"/>
            <a:ext cx="17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Overview</a:t>
            </a:r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ECCC4B3-C717-E087-4743-DDF65F61A3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619435" y="1036703"/>
            <a:ext cx="5242505" cy="476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BFEF895E-1FDF-74AA-F7E9-07431F9666B8}"/>
              </a:ext>
            </a:extLst>
          </p:cNvPr>
          <p:cNvSpPr/>
          <p:nvPr/>
        </p:nvSpPr>
        <p:spPr>
          <a:xfrm>
            <a:off x="266700" y="215611"/>
            <a:ext cx="11658599" cy="6426778"/>
          </a:xfrm>
          <a:prstGeom prst="roundRect">
            <a:avLst>
              <a:gd name="adj" fmla="val 988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CA038323-151A-1BFB-D37C-A3C76705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8556024" y="-7483859"/>
            <a:ext cx="2061975" cy="169939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1D7DCDE-F587-CD39-B1FB-F272EE775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9916546" y="-9135414"/>
            <a:ext cx="2061975" cy="169939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D982903-3103-67AD-A078-A2AF24D2B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8472573" y="-10665427"/>
            <a:ext cx="2061975" cy="1699390"/>
          </a:xfrm>
          <a:prstGeom prst="rect">
            <a:avLst/>
          </a:prstGeom>
        </p:spPr>
      </p:pic>
      <p:sp>
        <p:nvSpPr>
          <p:cNvPr id="70" name="Flowchart: Document 69">
            <a:extLst>
              <a:ext uri="{FF2B5EF4-FFF2-40B4-BE49-F238E27FC236}">
                <a16:creationId xmlns:a16="http://schemas.microsoft.com/office/drawing/2014/main" id="{F0EF64EC-856B-A2FD-5413-7F76E2FE679C}"/>
              </a:ext>
            </a:extLst>
          </p:cNvPr>
          <p:cNvSpPr/>
          <p:nvPr/>
        </p:nvSpPr>
        <p:spPr>
          <a:xfrm>
            <a:off x="7494338" y="200815"/>
            <a:ext cx="2208728" cy="1672337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95136B9-36EC-C359-A3D9-5218D6CF1562}"/>
              </a:ext>
            </a:extLst>
          </p:cNvPr>
          <p:cNvGrpSpPr/>
          <p:nvPr/>
        </p:nvGrpSpPr>
        <p:grpSpPr>
          <a:xfrm>
            <a:off x="1395103" y="972533"/>
            <a:ext cx="4871847" cy="1748895"/>
            <a:chOff x="667510" y="475488"/>
            <a:chExt cx="5212080" cy="3463061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650ECDC5-5AB8-F7A7-3909-E08CD9ED017C}"/>
                </a:ext>
              </a:extLst>
            </p:cNvPr>
            <p:cNvSpPr/>
            <p:nvPr/>
          </p:nvSpPr>
          <p:spPr>
            <a:xfrm>
              <a:off x="667510" y="475488"/>
              <a:ext cx="5212080" cy="3463061"/>
            </a:xfrm>
            <a:prstGeom prst="roundRect">
              <a:avLst>
                <a:gd name="adj" fmla="val 129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600">
                <a:solidFill>
                  <a:srgbClr val="002060"/>
                </a:solidFill>
              </a:endParaRP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AE11F51-8FF0-4065-549F-E08AC79C5510}"/>
                </a:ext>
              </a:extLst>
            </p:cNvPr>
            <p:cNvGrpSpPr/>
            <p:nvPr/>
          </p:nvGrpSpPr>
          <p:grpSpPr>
            <a:xfrm>
              <a:off x="936748" y="615434"/>
              <a:ext cx="4673600" cy="2446435"/>
              <a:chOff x="936750" y="615434"/>
              <a:chExt cx="4673600" cy="2446435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D9D0416-3827-B984-140D-1D6AE256A472}"/>
                  </a:ext>
                </a:extLst>
              </p:cNvPr>
              <p:cNvSpPr txBox="1"/>
              <p:nvPr/>
            </p:nvSpPr>
            <p:spPr>
              <a:xfrm>
                <a:off x="936750" y="1124711"/>
                <a:ext cx="4673600" cy="1937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7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Olist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files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combined into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one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table: one row per ordered item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Seller-to-customer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distance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calculated from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zip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codes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averaged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coordinates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Final dataset: </a:t>
                </a: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98,767</a:t>
                </a: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delivered orders</a:t>
                </a:r>
                <a:endParaRPr lang="en-US" sz="160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B9351E30-0DFE-851A-EA74-20E23D6D899D}"/>
                  </a:ext>
                </a:extLst>
              </p:cNvPr>
              <p:cNvSpPr txBox="1"/>
              <p:nvPr/>
            </p:nvSpPr>
            <p:spPr>
              <a:xfrm>
                <a:off x="936750" y="615434"/>
                <a:ext cx="1206500" cy="49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E97132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</a:t>
                </a:r>
                <a:endParaRPr lang="en-US" sz="1600"/>
              </a:p>
            </p:txBody>
          </p:sp>
        </p:grpSp>
      </p:grpSp>
      <p:sp>
        <p:nvSpPr>
          <p:cNvPr id="103" name="Subtitle 2">
            <a:extLst>
              <a:ext uri="{FF2B5EF4-FFF2-40B4-BE49-F238E27FC236}">
                <a16:creationId xmlns:a16="http://schemas.microsoft.com/office/drawing/2014/main" id="{8E31EF98-D685-7368-0E0C-064A7CD0A430}"/>
              </a:ext>
            </a:extLst>
          </p:cNvPr>
          <p:cNvSpPr txBox="1">
            <a:spLocks/>
          </p:cNvSpPr>
          <p:nvPr/>
        </p:nvSpPr>
        <p:spPr>
          <a:xfrm>
            <a:off x="7636306" y="710260"/>
            <a:ext cx="3901409" cy="404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Data Processing</a:t>
            </a:r>
            <a:endParaRPr lang="ar-BH" sz="1800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5B9BBF4-023D-87A3-359B-31ACACDD8006}"/>
              </a:ext>
            </a:extLst>
          </p:cNvPr>
          <p:cNvGrpSpPr/>
          <p:nvPr/>
        </p:nvGrpSpPr>
        <p:grpSpPr>
          <a:xfrm>
            <a:off x="1390561" y="3101802"/>
            <a:ext cx="4871847" cy="2940963"/>
            <a:chOff x="6312412" y="475488"/>
            <a:chExt cx="5212080" cy="3703321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58735F2-F17F-49F9-DACA-332948DEB47B}"/>
                </a:ext>
              </a:extLst>
            </p:cNvPr>
            <p:cNvSpPr/>
            <p:nvPr/>
          </p:nvSpPr>
          <p:spPr>
            <a:xfrm>
              <a:off x="6312412" y="475488"/>
              <a:ext cx="5212080" cy="3703321"/>
            </a:xfrm>
            <a:prstGeom prst="roundRect">
              <a:avLst>
                <a:gd name="adj" fmla="val 1292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600">
                <a:solidFill>
                  <a:srgbClr val="002060"/>
                </a:solidFill>
              </a:endParaRP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AF30211-AF83-9BB3-6CFA-2D394B1C87F1}"/>
                </a:ext>
              </a:extLst>
            </p:cNvPr>
            <p:cNvGrpSpPr/>
            <p:nvPr/>
          </p:nvGrpSpPr>
          <p:grpSpPr>
            <a:xfrm>
              <a:off x="6655380" y="568545"/>
              <a:ext cx="4673600" cy="3169491"/>
              <a:chOff x="936750" y="568545"/>
              <a:chExt cx="4673600" cy="3169491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F072965-D66E-BB3B-2925-149600766BD1}"/>
                  </a:ext>
                </a:extLst>
              </p:cNvPr>
              <p:cNvSpPr txBox="1"/>
              <p:nvPr/>
            </p:nvSpPr>
            <p:spPr>
              <a:xfrm>
                <a:off x="936750" y="916260"/>
                <a:ext cx="4673600" cy="2821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2060"/>
                    </a:solidFill>
                  </a:rPr>
                  <a:t>Removed </a:t>
                </a:r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contradictory</a:t>
                </a:r>
                <a:r>
                  <a:rPr lang="en-US" sz="1600">
                    <a:solidFill>
                      <a:srgbClr val="002060"/>
                    </a:solidFill>
                  </a:rPr>
                  <a:t> orders ( “delivered” with no delivery date , “canceled” with a delivery date.)</a:t>
                </a:r>
              </a:p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2060"/>
                    </a:solidFill>
                  </a:rPr>
                  <a:t>Removed items with </a:t>
                </a:r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no product category</a:t>
                </a:r>
              </a:p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2060"/>
                    </a:solidFill>
                  </a:rPr>
                  <a:t>Merged repeat purchases of the same item into one row with a </a:t>
                </a:r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quantity</a:t>
                </a:r>
              </a:p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2060"/>
                    </a:solidFill>
                  </a:rPr>
                  <a:t>Kept </a:t>
                </a:r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delivered</a:t>
                </a:r>
                <a:r>
                  <a:rPr lang="en-US" sz="1600">
                    <a:solidFill>
                      <a:srgbClr val="002060"/>
                    </a:solidFill>
                  </a:rPr>
                  <a:t> orders only </a:t>
                </a:r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98,797</a:t>
                </a:r>
                <a:r>
                  <a:rPr lang="en-US" sz="1600">
                    <a:solidFill>
                      <a:srgbClr val="002060"/>
                    </a:solidFill>
                  </a:rPr>
                  <a:t>, since we need a real delivery time to learn from</a:t>
                </a:r>
              </a:p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2060"/>
                    </a:solidFill>
                  </a:rPr>
                  <a:t>We </a:t>
                </a:r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replaced seller IDs </a:t>
                </a:r>
                <a:r>
                  <a:rPr lang="en-US" sz="1600">
                    <a:solidFill>
                      <a:srgbClr val="002060"/>
                    </a:solidFill>
                  </a:rPr>
                  <a:t>with simple labels (seller 1, seller 2, etc.)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E8AFB69-AC42-43BD-9E82-ACF83A5A096F}"/>
                  </a:ext>
                </a:extLst>
              </p:cNvPr>
              <p:cNvSpPr txBox="1"/>
              <p:nvPr/>
            </p:nvSpPr>
            <p:spPr>
              <a:xfrm>
                <a:off x="936750" y="568545"/>
                <a:ext cx="1206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Cleaning</a:t>
                </a:r>
                <a:endParaRPr lang="en-US" sz="1600"/>
              </a:p>
            </p:txBody>
          </p:sp>
        </p:grp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0762310A-B8AD-DCDD-BAAE-C4441DE53856}"/>
              </a:ext>
            </a:extLst>
          </p:cNvPr>
          <p:cNvSpPr txBox="1"/>
          <p:nvPr/>
        </p:nvSpPr>
        <p:spPr>
          <a:xfrm>
            <a:off x="7934114" y="945077"/>
            <a:ext cx="17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Overview</a:t>
            </a:r>
            <a:endParaRPr lang="en-US"/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2B6933DD-472C-17B7-5C30-F71463930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0239" y="1789546"/>
            <a:ext cx="5242505" cy="4768578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44BA2EE7-0273-E492-BAF9-D718902DCB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-8926831" y="1846980"/>
            <a:ext cx="5004552" cy="455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47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4347F-C562-D3B7-7077-1E78A011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4A51ACC-BBAC-76CA-8125-10871EA9AA54}"/>
              </a:ext>
            </a:extLst>
          </p:cNvPr>
          <p:cNvSpPr/>
          <p:nvPr/>
        </p:nvSpPr>
        <p:spPr>
          <a:xfrm>
            <a:off x="266700" y="215611"/>
            <a:ext cx="11658599" cy="6426778"/>
          </a:xfrm>
          <a:prstGeom prst="roundRect">
            <a:avLst>
              <a:gd name="adj" fmla="val 988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017A288-C3B6-8190-FA61-05FFEF767F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8556024" y="-7483859"/>
            <a:ext cx="2061975" cy="169939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AEF8EDA-112A-F416-5AFF-D513DECB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9916546" y="-9135414"/>
            <a:ext cx="2061975" cy="169939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4A80781-C1F7-D477-B17A-D1DDB8B38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8472573" y="-10665427"/>
            <a:ext cx="2061975" cy="1699390"/>
          </a:xfrm>
          <a:prstGeom prst="rect">
            <a:avLst/>
          </a:prstGeom>
        </p:spPr>
      </p:pic>
      <p:sp>
        <p:nvSpPr>
          <p:cNvPr id="70" name="Flowchart: Document 69">
            <a:extLst>
              <a:ext uri="{FF2B5EF4-FFF2-40B4-BE49-F238E27FC236}">
                <a16:creationId xmlns:a16="http://schemas.microsoft.com/office/drawing/2014/main" id="{1E5B3518-F5EF-EE2A-FC42-C9F3658C1CCC}"/>
              </a:ext>
            </a:extLst>
          </p:cNvPr>
          <p:cNvSpPr/>
          <p:nvPr/>
        </p:nvSpPr>
        <p:spPr>
          <a:xfrm>
            <a:off x="1390561" y="207039"/>
            <a:ext cx="2208728" cy="1672337"/>
          </a:xfrm>
          <a:prstGeom prst="flowChartDocumen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Subtitle 2">
            <a:extLst>
              <a:ext uri="{FF2B5EF4-FFF2-40B4-BE49-F238E27FC236}">
                <a16:creationId xmlns:a16="http://schemas.microsoft.com/office/drawing/2014/main" id="{2C15B233-8D0D-FCBE-F4FC-3BBC61EB90DC}"/>
              </a:ext>
            </a:extLst>
          </p:cNvPr>
          <p:cNvSpPr txBox="1">
            <a:spLocks/>
          </p:cNvSpPr>
          <p:nvPr/>
        </p:nvSpPr>
        <p:spPr>
          <a:xfrm>
            <a:off x="1532529" y="716484"/>
            <a:ext cx="3901409" cy="4046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Data Processing</a:t>
            </a:r>
            <a:endParaRPr lang="ar-BH" sz="1800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40CC32E-8A90-A054-6E5F-885189AA9FA1}"/>
              </a:ext>
            </a:extLst>
          </p:cNvPr>
          <p:cNvSpPr txBox="1"/>
          <p:nvPr/>
        </p:nvSpPr>
        <p:spPr>
          <a:xfrm>
            <a:off x="1830337" y="951301"/>
            <a:ext cx="17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Overview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148C9-A156-203B-AF1E-0CCBD27A4158}"/>
              </a:ext>
            </a:extLst>
          </p:cNvPr>
          <p:cNvGrpSpPr/>
          <p:nvPr/>
        </p:nvGrpSpPr>
        <p:grpSpPr>
          <a:xfrm>
            <a:off x="6014271" y="680552"/>
            <a:ext cx="5212079" cy="1280161"/>
            <a:chOff x="667511" y="2898648"/>
            <a:chExt cx="5212079" cy="128016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E28A645-A1BE-A7DB-31CE-22CC528FFE36}"/>
                </a:ext>
              </a:extLst>
            </p:cNvPr>
            <p:cNvSpPr/>
            <p:nvPr/>
          </p:nvSpPr>
          <p:spPr>
            <a:xfrm>
              <a:off x="667511" y="2898648"/>
              <a:ext cx="5212079" cy="1280161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3AA4E63-76FE-FE15-6FF8-CC5AB746CB68}"/>
                </a:ext>
              </a:extLst>
            </p:cNvPr>
            <p:cNvGrpSpPr/>
            <p:nvPr/>
          </p:nvGrpSpPr>
          <p:grpSpPr>
            <a:xfrm>
              <a:off x="936748" y="3030895"/>
              <a:ext cx="4673600" cy="969496"/>
              <a:chOff x="936750" y="615434"/>
              <a:chExt cx="4673600" cy="96949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D76F7B-041A-7B77-9888-145E619D10A7}"/>
                  </a:ext>
                </a:extLst>
              </p:cNvPr>
              <p:cNvSpPr txBox="1"/>
              <p:nvPr/>
            </p:nvSpPr>
            <p:spPr>
              <a:xfrm>
                <a:off x="936750" y="938599"/>
                <a:ext cx="4673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>
                    <a:solidFill>
                      <a:srgbClr val="002060"/>
                    </a:solidFill>
                  </a:rPr>
                  <a:t>Distance(km), same-state flag, product volume, purchase month, weekday and hour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D16755-851E-C6D5-7C3E-35DD2E8D4735}"/>
                  </a:ext>
                </a:extLst>
              </p:cNvPr>
              <p:cNvSpPr txBox="1"/>
              <p:nvPr/>
            </p:nvSpPr>
            <p:spPr>
              <a:xfrm>
                <a:off x="936750" y="615434"/>
                <a:ext cx="17175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New features</a:t>
                </a:r>
                <a:endParaRPr lang="en-US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3991FBE-2F34-D649-874F-B2178E361514}"/>
              </a:ext>
            </a:extLst>
          </p:cNvPr>
          <p:cNvGrpSpPr/>
          <p:nvPr/>
        </p:nvGrpSpPr>
        <p:grpSpPr>
          <a:xfrm>
            <a:off x="6006749" y="2205434"/>
            <a:ext cx="5212079" cy="2051306"/>
            <a:chOff x="667508" y="4398264"/>
            <a:chExt cx="5212079" cy="205130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DDA2975-51C8-CA3B-0CEF-11307C7C1263}"/>
                </a:ext>
              </a:extLst>
            </p:cNvPr>
            <p:cNvSpPr/>
            <p:nvPr/>
          </p:nvSpPr>
          <p:spPr>
            <a:xfrm>
              <a:off x="667508" y="4398264"/>
              <a:ext cx="5212079" cy="2051306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A40B72-C79F-A975-B36D-F9286BC27C7C}"/>
                </a:ext>
              </a:extLst>
            </p:cNvPr>
            <p:cNvGrpSpPr/>
            <p:nvPr/>
          </p:nvGrpSpPr>
          <p:grpSpPr>
            <a:xfrm>
              <a:off x="936747" y="4535852"/>
              <a:ext cx="4673600" cy="1846660"/>
              <a:chOff x="936750" y="615434"/>
              <a:chExt cx="4673600" cy="184666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86FA0F-CDA7-50D2-277F-69F837198DDF}"/>
                  </a:ext>
                </a:extLst>
              </p:cNvPr>
              <p:cNvSpPr txBox="1"/>
              <p:nvPr/>
            </p:nvSpPr>
            <p:spPr>
              <a:xfrm>
                <a:off x="936750" y="984766"/>
                <a:ext cx="4673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</a:rPr>
                  <a:t>Rows missing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key</a:t>
                </a:r>
                <a:r>
                  <a:rPr lang="en-US">
                    <a:solidFill>
                      <a:srgbClr val="002060"/>
                    </a:solidFill>
                  </a:rPr>
                  <a:t> fields were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dropped</a:t>
                </a:r>
              </a:p>
              <a:p>
                <a:pPr marL="285750" indent="-285750">
                  <a:buClr>
                    <a:srgbClr val="002060"/>
                  </a:buClr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002060"/>
                    </a:solidFill>
                  </a:rPr>
                  <a:t>Smaller gaps (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weight</a:t>
                </a:r>
                <a:r>
                  <a:rPr lang="en-US">
                    <a:solidFill>
                      <a:srgbClr val="002060"/>
                    </a:solidFill>
                  </a:rPr>
                  <a:t>,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size</a:t>
                </a:r>
                <a:r>
                  <a:rPr lang="en-US">
                    <a:solidFill>
                      <a:srgbClr val="002060"/>
                    </a:solidFill>
                  </a:rPr>
                  <a:t>,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location</a:t>
                </a:r>
                <a:r>
                  <a:rPr lang="en-US">
                    <a:solidFill>
                      <a:srgbClr val="002060"/>
                    </a:solidFill>
                  </a:rPr>
                  <a:t>) were filled automatically, using the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'median</a:t>
                </a:r>
                <a:r>
                  <a:rPr lang="en-US">
                    <a:solidFill>
                      <a:srgbClr val="002060"/>
                    </a:solidFill>
                  </a:rPr>
                  <a:t>’ value for numbers and “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missing</a:t>
                </a:r>
                <a:r>
                  <a:rPr lang="en-US">
                    <a:solidFill>
                      <a:srgbClr val="002060"/>
                    </a:solidFill>
                  </a:rPr>
                  <a:t>” for categories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C27F18-9F4E-7FCC-2808-2743A12BC067}"/>
                  </a:ext>
                </a:extLst>
              </p:cNvPr>
              <p:cNvSpPr txBox="1"/>
              <p:nvPr/>
            </p:nvSpPr>
            <p:spPr>
              <a:xfrm>
                <a:off x="936750" y="615434"/>
                <a:ext cx="26192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Missing information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9D1DB3-898B-4DC2-8A08-289306BC359D}"/>
              </a:ext>
            </a:extLst>
          </p:cNvPr>
          <p:cNvGrpSpPr/>
          <p:nvPr/>
        </p:nvGrpSpPr>
        <p:grpSpPr>
          <a:xfrm>
            <a:off x="6006748" y="4488588"/>
            <a:ext cx="5212080" cy="1556614"/>
            <a:chOff x="6312412" y="4398264"/>
            <a:chExt cx="5212080" cy="198424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06D5D03-FDE7-5581-363A-AA65A3A2A2BA}"/>
                </a:ext>
              </a:extLst>
            </p:cNvPr>
            <p:cNvSpPr/>
            <p:nvPr/>
          </p:nvSpPr>
          <p:spPr>
            <a:xfrm>
              <a:off x="6312412" y="4398264"/>
              <a:ext cx="5212080" cy="1984248"/>
            </a:xfrm>
            <a:prstGeom prst="roundRect">
              <a:avLst>
                <a:gd name="adj" fmla="val 12921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>
                <a:solidFill>
                  <a:srgbClr val="002060"/>
                </a:solidFill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29DFF8-04CF-08F0-04B9-58F4DF1BB066}"/>
                </a:ext>
              </a:extLst>
            </p:cNvPr>
            <p:cNvGrpSpPr/>
            <p:nvPr/>
          </p:nvGrpSpPr>
          <p:grpSpPr>
            <a:xfrm>
              <a:off x="6507924" y="4535851"/>
              <a:ext cx="4673600" cy="1642729"/>
              <a:chOff x="936745" y="515028"/>
              <a:chExt cx="4673600" cy="129738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9214F6-BB01-1F8B-E167-2A2E1EF7DFD7}"/>
                  </a:ext>
                </a:extLst>
              </p:cNvPr>
              <p:cNvSpPr txBox="1"/>
              <p:nvPr/>
            </p:nvSpPr>
            <p:spPr>
              <a:xfrm>
                <a:off x="936745" y="889081"/>
                <a:ext cx="4673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>
                    <a:solidFill>
                      <a:srgbClr val="002060"/>
                    </a:solidFill>
                  </a:rPr>
                  <a:t>The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average</a:t>
                </a:r>
                <a:r>
                  <a:rPr lang="en-US">
                    <a:solidFill>
                      <a:srgbClr val="002060"/>
                    </a:solidFill>
                  </a:rPr>
                  <a:t> number of days our estimate is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off</a:t>
                </a:r>
                <a:r>
                  <a:rPr lang="en-US">
                    <a:solidFill>
                      <a:srgbClr val="002060"/>
                    </a:solidFill>
                  </a:rPr>
                  <a:t>.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Easy</a:t>
                </a:r>
                <a:r>
                  <a:rPr lang="en-US">
                    <a:solidFill>
                      <a:srgbClr val="002060"/>
                    </a:solidFill>
                  </a:rPr>
                  <a:t> to read, and it matches how customers </a:t>
                </a:r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judge</a:t>
                </a:r>
                <a:r>
                  <a:rPr lang="en-US">
                    <a:solidFill>
                      <a:srgbClr val="002060"/>
                    </a:solidFill>
                  </a:rPr>
                  <a:t> a late or early delivery.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6CD5E8-69D6-C7A8-B41F-81E58DDC41C3}"/>
                  </a:ext>
                </a:extLst>
              </p:cNvPr>
              <p:cNvSpPr txBox="1"/>
              <p:nvPr/>
            </p:nvSpPr>
            <p:spPr>
              <a:xfrm>
                <a:off x="936745" y="515028"/>
                <a:ext cx="314291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chemeClr val="accent2">
                        <a:lumMod val="50000"/>
                      </a:schemeClr>
                    </a:solidFill>
                  </a:rPr>
                  <a:t>Metric: Mean Absolute Error</a:t>
                </a:r>
                <a:endParaRPr lang="en-US">
                  <a:solidFill>
                    <a:schemeClr val="accent2">
                      <a:lumMod val="50000"/>
                    </a:schemeClr>
                  </a:solidFill>
                  <a:effectLst/>
                </a:endParaRPr>
              </a:p>
              <a:p>
                <a:endParaRPr lang="en-US"/>
              </a:p>
            </p:txBody>
          </p:sp>
        </p:grp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3594063-47DA-DC1C-0092-72E12BAAD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1">
            <a:off x="794317" y="1887948"/>
            <a:ext cx="5004552" cy="45521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B3F6C08-11AA-33CB-6662-AA43293D83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120811" y="1671506"/>
            <a:ext cx="5242505" cy="476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27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9AA83-9A2F-8738-B786-4FADDABC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9DCB00F-B375-B1AC-CEF4-5D8C7E464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8604713" y="5560222"/>
            <a:ext cx="2061975" cy="169939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5397FCD-BA89-2CF9-CFFA-085C4A13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1089649">
            <a:off x="9965235" y="3908667"/>
            <a:ext cx="2061975" cy="1699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40D862-7DB4-4BF9-5D52-8CF7D4065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20481368">
            <a:off x="8521262" y="2378654"/>
            <a:ext cx="2061975" cy="169939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C13222-F9DC-6453-2D2B-2D7719D5D521}"/>
              </a:ext>
            </a:extLst>
          </p:cNvPr>
          <p:cNvSpPr/>
          <p:nvPr/>
        </p:nvSpPr>
        <p:spPr>
          <a:xfrm>
            <a:off x="400530" y="280925"/>
            <a:ext cx="7787144" cy="6426778"/>
          </a:xfrm>
          <a:prstGeom prst="roundRect">
            <a:avLst>
              <a:gd name="adj" fmla="val 144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E99C4F88-A553-2A29-AE0C-D80926B31CDE}"/>
              </a:ext>
            </a:extLst>
          </p:cNvPr>
          <p:cNvSpPr/>
          <p:nvPr/>
        </p:nvSpPr>
        <p:spPr>
          <a:xfrm>
            <a:off x="8627713" y="0"/>
            <a:ext cx="3203575" cy="2199170"/>
          </a:xfrm>
          <a:prstGeom prst="flowChartDocumen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E0E2A9-E51F-8653-9910-70738C2848E3}"/>
              </a:ext>
            </a:extLst>
          </p:cNvPr>
          <p:cNvSpPr txBox="1">
            <a:spLocks/>
          </p:cNvSpPr>
          <p:nvPr/>
        </p:nvSpPr>
        <p:spPr>
          <a:xfrm>
            <a:off x="8745908" y="-271509"/>
            <a:ext cx="3085380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Models </a:t>
            </a:r>
            <a:r>
              <a:rPr lang="en-US" sz="3600" u="sng">
                <a:solidFill>
                  <a:schemeClr val="accent2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MAE</a:t>
            </a:r>
            <a:r>
              <a:rPr lang="en-US" sz="36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D566C2-35F2-9C62-1DD0-4E8DFBEF2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58" y="1146271"/>
            <a:ext cx="7213568" cy="512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57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5647AB-E4AE-6285-D836-780158E99BF3}"/>
              </a:ext>
            </a:extLst>
          </p:cNvPr>
          <p:cNvSpPr/>
          <p:nvPr/>
        </p:nvSpPr>
        <p:spPr>
          <a:xfrm>
            <a:off x="-921656" y="372699"/>
            <a:ext cx="9896916" cy="70861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0717BC-E0B7-152A-2DF3-FEB92FC64FF6}"/>
              </a:ext>
            </a:extLst>
          </p:cNvPr>
          <p:cNvSpPr txBox="1">
            <a:spLocks/>
          </p:cNvSpPr>
          <p:nvPr/>
        </p:nvSpPr>
        <p:spPr>
          <a:xfrm>
            <a:off x="9558013" y="6068156"/>
            <a:ext cx="2056174" cy="732822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>
                <a:solidFill>
                  <a:srgbClr val="002060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endParaRPr lang="en-US" sz="3900">
              <a:solidFill>
                <a:srgbClr val="002060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FB644F-EBFA-B464-D800-FC19A679739F}"/>
              </a:ext>
            </a:extLst>
          </p:cNvPr>
          <p:cNvSpPr/>
          <p:nvPr/>
        </p:nvSpPr>
        <p:spPr>
          <a:xfrm>
            <a:off x="1237271" y="1510669"/>
            <a:ext cx="9896916" cy="4258760"/>
          </a:xfrm>
          <a:prstGeom prst="roundRect">
            <a:avLst>
              <a:gd name="adj" fmla="val 1394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7EFB65-FC61-DDA8-3BB0-D78362320D2E}"/>
              </a:ext>
            </a:extLst>
          </p:cNvPr>
          <p:cNvSpPr txBox="1">
            <a:spLocks/>
          </p:cNvSpPr>
          <p:nvPr/>
        </p:nvSpPr>
        <p:spPr>
          <a:xfrm>
            <a:off x="-238125" y="435921"/>
            <a:ext cx="8801398" cy="582169"/>
          </a:xfrm>
          <a:prstGeom prst="rect">
            <a:avLst/>
          </a:prstGeom>
          <a:noFill/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520"/>
              </a:lnSpc>
            </a:pPr>
            <a:r>
              <a:rPr lang="en-US" sz="3200">
                <a:solidFill>
                  <a:srgbClr val="F2F2F2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Live demo: the customer journey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F605AB3-0CC8-5885-EFA1-F373A009F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0211950"/>
              </p:ext>
            </p:extLst>
          </p:nvPr>
        </p:nvGraphicFramePr>
        <p:xfrm>
          <a:off x="1089443" y="2170539"/>
          <a:ext cx="10524744" cy="2807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4A5E2DA-9644-2656-6ED8-398ADF34B78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564371" y="5910999"/>
            <a:ext cx="495304" cy="34290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8FF0E2-DA3C-E49E-3556-7E6AC642E1FC}"/>
              </a:ext>
            </a:extLst>
          </p:cNvPr>
          <p:cNvSpPr/>
          <p:nvPr/>
        </p:nvSpPr>
        <p:spPr>
          <a:xfrm flipH="1">
            <a:off x="-18406754" y="1858333"/>
            <a:ext cx="3226389" cy="3736323"/>
          </a:xfrm>
          <a:prstGeom prst="roundRect">
            <a:avLst>
              <a:gd name="adj" fmla="val 94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CA8AC0-4F69-B25C-999B-21580DCF88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7980" b="20129"/>
          <a:stretch>
            <a:fillRect/>
          </a:stretch>
        </p:blipFill>
        <p:spPr>
          <a:xfrm flipH="1">
            <a:off x="-18140086" y="1530509"/>
            <a:ext cx="4820068" cy="47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7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D04C2-3C8C-AE9F-B49A-25C0A746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0140F7-6885-9701-DE38-BC943A36BA28}"/>
              </a:ext>
            </a:extLst>
          </p:cNvPr>
          <p:cNvSpPr/>
          <p:nvPr/>
        </p:nvSpPr>
        <p:spPr>
          <a:xfrm>
            <a:off x="266700" y="215611"/>
            <a:ext cx="11658599" cy="6426778"/>
          </a:xfrm>
          <a:prstGeom prst="roundRect">
            <a:avLst>
              <a:gd name="adj" fmla="val 988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96DC178-7EA0-EDF6-85CE-E00ED6BD5CAD}"/>
              </a:ext>
            </a:extLst>
          </p:cNvPr>
          <p:cNvGrpSpPr/>
          <p:nvPr/>
        </p:nvGrpSpPr>
        <p:grpSpPr>
          <a:xfrm>
            <a:off x="3390602" y="2808598"/>
            <a:ext cx="8801398" cy="1813902"/>
            <a:chOff x="2057102" y="3618223"/>
            <a:chExt cx="8801398" cy="1813902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01FD6EED-305F-AC86-D0FD-FE929A0EEAAC}"/>
                </a:ext>
              </a:extLst>
            </p:cNvPr>
            <p:cNvSpPr txBox="1">
              <a:spLocks/>
            </p:cNvSpPr>
            <p:nvPr/>
          </p:nvSpPr>
          <p:spPr>
            <a:xfrm>
              <a:off x="2057102" y="3618223"/>
              <a:ext cx="8801398" cy="691897"/>
            </a:xfrm>
            <a:prstGeom prst="rect">
              <a:avLst/>
            </a:prstGeom>
          </p:spPr>
          <p:txBody>
            <a:bodyPr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ts val="3520"/>
                </a:lnSpc>
              </a:pPr>
              <a:r>
                <a:rPr lang="en-US" sz="800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Thank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BBA947-E9EF-B724-861D-4C0AB547F9A5}"/>
                </a:ext>
              </a:extLst>
            </p:cNvPr>
            <p:cNvSpPr txBox="1"/>
            <p:nvPr/>
          </p:nvSpPr>
          <p:spPr>
            <a:xfrm>
              <a:off x="6865239" y="4108686"/>
              <a:ext cx="2276475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0">
                  <a:solidFill>
                    <a:srgbClr val="002060"/>
                  </a:solidFill>
                  <a:latin typeface="ADLaM Display" panose="020F0502020204030204" pitchFamily="2" charset="0"/>
                  <a:ea typeface="ADLaM Display" panose="020F0502020204030204" pitchFamily="2" charset="0"/>
                  <a:cs typeface="ADLaM Display" panose="020F0502020204030204" pitchFamily="2" charset="0"/>
                </a:rPr>
                <a:t>You</a:t>
              </a:r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C3E58C-14F1-2D5E-AC68-B0B1DCEDDF94}"/>
              </a:ext>
            </a:extLst>
          </p:cNvPr>
          <p:cNvSpPr/>
          <p:nvPr/>
        </p:nvSpPr>
        <p:spPr>
          <a:xfrm flipH="1">
            <a:off x="1661919" y="1686593"/>
            <a:ext cx="3226389" cy="3736323"/>
          </a:xfrm>
          <a:prstGeom prst="roundRect">
            <a:avLst>
              <a:gd name="adj" fmla="val 947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D61077-A836-89D6-5C7B-F65F31B1C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80" b="20129"/>
          <a:stretch>
            <a:fillRect/>
          </a:stretch>
        </p:blipFill>
        <p:spPr>
          <a:xfrm flipH="1">
            <a:off x="1928587" y="1358769"/>
            <a:ext cx="4820068" cy="47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6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Olist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Husain Shaker Ali Ahmed Mohamed Ekseel</dc:creator>
  <cp:revision>3</cp:revision>
  <dcterms:created xsi:type="dcterms:W3CDTF">2026-10-17T08:37:03Z</dcterms:created>
  <dcterms:modified xsi:type="dcterms:W3CDTF">2026-10-18T15:52:20Z</dcterms:modified>
</cp:coreProperties>
</file>